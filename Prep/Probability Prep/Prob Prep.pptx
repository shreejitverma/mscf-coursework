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5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5BF8-2C4F-7642-AB10-961E94D5D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EB0598-2218-A24C-84E3-682E9A9D5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776E7-754B-C648-9487-23F36AAD2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00B21-4F9D-1D42-B786-F58474DE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B55E-5196-B343-80B4-5C175426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6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8AAC-C334-5646-B020-DE722E43D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DFA14-097A-1946-80B3-3D6A1CC9F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8ECFE-7860-D44D-B054-31E69F5D1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822EF-1140-C441-9716-5DDFD09C3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24FFE-B1C6-5B41-BBD5-665CBE765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42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8502B-9BDC-0A4E-8DB3-377CF305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ABD1-6CD2-504B-9F4B-308EB7748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A0783-4B6C-E846-B4E1-ACEE8849D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E0AC2-8A82-6B4C-BAA1-56258F61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09B6A-BDCD-3944-8B1C-52F31ABB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3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87E5F-928D-684C-A481-624604DC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01203-C346-1641-83A5-79CDC97B79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6811D-F06E-094C-B782-4F7F25A46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AC96C-7D3F-9C47-8281-4396D6B2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F7117-298F-8942-84D3-51D32399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67DFC-6CD5-F840-B72F-1FF92194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10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A27E-B9CE-FB47-8996-84ED18E3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CBA10-7A53-F34D-B057-AE7547BF55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86E05-0F53-A248-9F9A-579044793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CEA95-FC35-3F4F-8361-D85B45ABB8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CB472-C226-304C-80C2-FB3E75D03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42C13-30F2-7146-9FF7-96B33F3E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D58C1-8F51-1547-B33D-20C3838E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C919B9-18EA-9548-ACF4-F5A6BAF0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1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75AC-EF3A-DD49-B85D-D0BD3DE8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B03A2-9D4C-344F-8D17-FFAB5986F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76475-0620-4549-9A73-1AC006AD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7599F-550A-3742-B533-FF5E2725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10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1BCA4-1E7C-7A49-A44B-4D0532AEE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7929CE-A9D6-8C46-8B5E-39B5E7658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9F25-D681-324B-95AB-55F13D64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59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3086-242E-A84A-8281-479ABE40F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A97AA-DB25-CC47-B883-E4F75F50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7D468-B904-E44C-9575-02BF8E885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5D4A1-5D3F-DC48-8D4B-B32F8D8C5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CD665-EDD2-464F-B82D-86DF829A7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43F87-FE43-4F42-8C5A-F0F8E347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A0FA3-76DC-6640-BC11-2F9D5E99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42798-2D1D-7F4E-A979-BF521F009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0F86C-CC3D-0242-B161-41E0EF06A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601BE-4CA3-2149-B792-CCD3D84CF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EC14A0-FFC5-244A-BB3C-E07334F6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672D7-14E2-7943-B56F-86496C87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68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F1D0-0451-1D45-A176-8165F6F8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F0567-F91E-364C-8C84-C7103AA1E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D324C-581E-8C4C-BA1A-0332D490C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F8213-1F02-654C-B491-4DFD23BB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3E8BF-C9EF-6743-BF2D-444CB8710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54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32E344-3BF6-464A-AA22-089CFEFFD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FA7D6-0914-794C-B942-A09D614C2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1638-6848-2545-AAF5-2AB8B0FB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48E20-FADB-4D4A-A5A1-AEA1A91A4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2EAD-B021-9D4C-9AE6-53B2B727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BFDB8-36D8-234F-B6F8-4556CEF15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E54E6-249A-3847-BE47-FF93F2DE58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78844-0B56-A640-A8B1-44EB781BC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AA441-C234-C844-8605-6BF977DEC6D6}" type="datetimeFigureOut">
              <a:rPr lang="en-US" smtClean="0"/>
              <a:t>8/3/21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8D49-FABC-9441-9BEA-5CF22B35B0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D4D9E-043B-4748-A53B-27C582CB3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70632-3666-D445-891F-514EB52AC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0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320FCF-9535-A14C-8B47-39482BBE9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561" y="0"/>
            <a:ext cx="9526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68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C66A4A-9FA0-564D-9FC6-C72314CE6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476250"/>
            <a:ext cx="100203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53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E78DB-56B9-0E41-A034-816CF0922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94" y="0"/>
            <a:ext cx="9986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83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D304EE-34BC-3D4D-A6BE-150E0DBB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654050"/>
            <a:ext cx="104775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12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91F70B-91E5-5340-8FD2-EA7D63DF6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501650"/>
            <a:ext cx="8382000" cy="58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51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F7EB45-A386-3043-9C35-4D89F5099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0"/>
            <a:ext cx="7950200" cy="6096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A8F1C-406E-8648-9193-D90DE1671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00" y="1991711"/>
            <a:ext cx="7950200" cy="486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74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837641-F560-4F47-9D7C-F9782CB33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557" y="0"/>
            <a:ext cx="8521700" cy="367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0B463-FCE1-1543-AF86-19887AB5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0" y="2375338"/>
            <a:ext cx="8560457" cy="448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815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588B7-7EE9-4F46-8A93-3A31815E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033" y="0"/>
            <a:ext cx="83185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09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05E93D-0F29-C640-B8B2-D043BC607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907" y="3487444"/>
            <a:ext cx="7131094" cy="33705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D28DD1-7BED-F24A-B7C9-DFA5B496B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589986" cy="348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4F5D74-3F8F-B742-8B80-D86286F5D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5450" y="2603500"/>
            <a:ext cx="62611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44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ABC46D-AC2E-4949-8C0F-86678DCD9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30611" cy="39729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48DFB8-F7FA-DA49-9F3C-0D6355D79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610" y="2885090"/>
            <a:ext cx="6061389" cy="39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3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9D5B6D-740E-344A-9D37-72258FCD1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16123" cy="38778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C9A958-7D52-7D43-921B-341097417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123" y="2885336"/>
            <a:ext cx="5975877" cy="397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2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84C4D-461D-434D-A1D8-BEDCC0C87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00226" cy="4624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68BF4-1415-7445-AC83-0BAD33F83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10" y="2932386"/>
            <a:ext cx="6080190" cy="392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14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B42409-AB72-2C43-B4B1-0587298F9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81200"/>
            <a:ext cx="65532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16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C3FC4D-FBF4-414D-BF7E-845FAA62F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7000" cy="435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60B4B2-7E1A-914B-AE86-F7D3C202BA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98986"/>
            <a:ext cx="6482189" cy="300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4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422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085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967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0</Words>
  <Application>Microsoft Macintosh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Shreejit Verma</dc:creator>
  <cp:lastModifiedBy>Shreejit Verma</cp:lastModifiedBy>
  <cp:revision>5</cp:revision>
  <dcterms:created xsi:type="dcterms:W3CDTF">2021-08-03T14:20:58Z</dcterms:created>
  <dcterms:modified xsi:type="dcterms:W3CDTF">2021-08-03T16:51:23Z</dcterms:modified>
</cp:coreProperties>
</file>