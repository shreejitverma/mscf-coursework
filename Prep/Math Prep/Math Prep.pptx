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7" r:id="rId11"/>
    <p:sldId id="268" r:id="rId12"/>
    <p:sldId id="269" r:id="rId13"/>
    <p:sldId id="270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15"/>
  </p:normalViewPr>
  <p:slideViewPr>
    <p:cSldViewPr snapToGrid="0" snapToObjects="1">
      <p:cViewPr varScale="1">
        <p:scale>
          <a:sx n="121" d="100"/>
          <a:sy n="121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4D46E-B939-C543-B9D5-C6CBE78F6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720E6-B6F1-1448-888E-DD271F7AA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3E248-ABED-5F4E-B0BF-E23AEF0BE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AA659-A4A6-4641-93F2-4D79751B4796}" type="datetimeFigureOut">
              <a:rPr lang="en-US" smtClean="0"/>
              <a:t>8/3/21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20752-3B82-354B-8084-763A754CD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93982-865A-5E40-AAE0-DB4628689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1D6B-5686-5C4F-ABE1-B8C008723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73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16F34-741F-824D-B2EF-856D329F5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62D0B-D695-624A-BE1E-F5C8DDBC9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09604-8764-7244-8033-DF1D7E367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AA659-A4A6-4641-93F2-4D79751B4796}" type="datetimeFigureOut">
              <a:rPr lang="en-US" smtClean="0"/>
              <a:t>8/3/21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A7068-BB6D-DA41-8254-0CE799B58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3FA1C-FB7A-8247-B8F9-142273441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1D6B-5686-5C4F-ABE1-B8C008723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3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0A75-3A5F-3E4E-9146-01884D504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E8020-FEB6-7344-868B-1E9928D01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6D160-09CF-5C4F-B2A1-529E01933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AA659-A4A6-4641-93F2-4D79751B4796}" type="datetimeFigureOut">
              <a:rPr lang="en-US" smtClean="0"/>
              <a:t>8/3/21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50283-AB4A-C647-994E-590BF1CB7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E92D0-AD36-4244-8B1A-C36DA2E3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1D6B-5686-5C4F-ABE1-B8C008723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62B4A-853D-8E4A-BAA9-13BB58AA6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9E118-BFB2-1048-ACC6-38D45A946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EEFB9-68CC-7A47-A6B0-1008C8E86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E2E19-FBDB-5B43-B37B-993ED4BC5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AA659-A4A6-4641-93F2-4D79751B4796}" type="datetimeFigureOut">
              <a:rPr lang="en-US" smtClean="0"/>
              <a:t>8/3/21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97C22-F2CB-5544-9888-D3F005CA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33E4D-20B2-BE49-B727-40FAD38F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1D6B-5686-5C4F-ABE1-B8C008723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41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178D7-722C-5B45-BCF4-7DB1333E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19CEC-F7C0-9A4F-AC24-C4B9437F8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5833E-8510-3F45-AFED-365413235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32F54D-6429-1244-9D67-3742D4505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5763F-3AF8-B241-AC84-AFDB0D3698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CEDD96-2CEF-B442-8DDA-09A2528AE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AA659-A4A6-4641-93F2-4D79751B4796}" type="datetimeFigureOut">
              <a:rPr lang="en-US" smtClean="0"/>
              <a:t>8/3/21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404520-1945-5E4A-BC5B-E1F1557F1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0D64-FFDF-9D4C-BB21-67C0A94CC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1D6B-5686-5C4F-ABE1-B8C008723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05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B9D13-1428-2441-AE85-D43207694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60DAD7-DCF2-8B47-BE46-FD3F0CB95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AA659-A4A6-4641-93F2-4D79751B4796}" type="datetimeFigureOut">
              <a:rPr lang="en-US" smtClean="0"/>
              <a:t>8/3/21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EA07B-E7D8-3443-A6FE-A53E218D3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3DC45-57CF-9344-9EA9-A938D7342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1D6B-5686-5C4F-ABE1-B8C008723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13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005669-8C38-9644-A882-57616FEB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AA659-A4A6-4641-93F2-4D79751B4796}" type="datetimeFigureOut">
              <a:rPr lang="en-US" smtClean="0"/>
              <a:t>8/3/21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1CB302-9FEF-7540-A373-19F9C4C88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31B39-9E83-AE44-8A4B-20DC34E6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1D6B-5686-5C4F-ABE1-B8C008723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3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698B6-5918-9440-A2DD-5F6D9F7C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872AD-328E-C84C-8C88-EFF40043C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416861-FF41-5B46-AF1A-622872E2B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493D4-7D6F-8640-B68E-D216BCB65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AA659-A4A6-4641-93F2-4D79751B4796}" type="datetimeFigureOut">
              <a:rPr lang="en-US" smtClean="0"/>
              <a:t>8/3/21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08992-99D1-0A44-9D5C-25EBB33E5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8A1FC-DB90-0F4E-93F9-4C98EAB6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1D6B-5686-5C4F-ABE1-B8C008723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93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3641B-C04F-D941-8AF5-3FA26E21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110FAC-9DE5-104F-86BA-73E144630D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0F9316-8056-EF41-8E97-CC56ECBC4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4FFB9-5479-9C4E-96A7-F4D07F207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AA659-A4A6-4641-93F2-4D79751B4796}" type="datetimeFigureOut">
              <a:rPr lang="en-US" smtClean="0"/>
              <a:t>8/3/21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737F0-6859-684F-ABBA-A2D10A0A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C0BB4-2A65-8747-A197-AE36996B5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1D6B-5686-5C4F-ABE1-B8C008723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9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86BF3-9D18-D34C-B575-E16B38360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C22F25-5C53-2444-BC49-5E45ED13A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43372-366F-F045-B7F4-2F975BE33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AA659-A4A6-4641-93F2-4D79751B4796}" type="datetimeFigureOut">
              <a:rPr lang="en-US" smtClean="0"/>
              <a:t>8/3/21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F4FDA-2828-0F4C-8C70-57C54F761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DE316-FAC3-DE45-B2A3-3C2461FB5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1D6B-5686-5C4F-ABE1-B8C008723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03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1692EF-3EF4-E846-998B-121B2EBF93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2784D-66C7-894E-8427-455B964AF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8D1EF-F938-7745-966B-36D009B01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AA659-A4A6-4641-93F2-4D79751B4796}" type="datetimeFigureOut">
              <a:rPr lang="en-US" smtClean="0"/>
              <a:t>8/3/21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7D1F2-C415-284E-ABF8-B319963A4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64E66-5AD0-474A-A342-18FCE2FC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1D6B-5686-5C4F-ABE1-B8C008723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2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EF89D-61A4-6C46-BE4F-1E945A5AA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C64D1-EEFA-A947-AEE0-A29275C59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03311-B441-2C45-B825-EDE1165E6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AA659-A4A6-4641-93F2-4D79751B4796}" type="datetimeFigureOut">
              <a:rPr lang="en-US" smtClean="0"/>
              <a:t>8/3/21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5DA6D-C9A3-8D4E-B323-5162CFBD0B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CADE4-A142-EE44-ADE8-AAC7337EE7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51D6B-5686-5C4F-ABE1-B8C008723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hyperlink" Target="https://www.math24.net/taylor-maclaurin-series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Taylor_series" TargetMode="External"/><Relationship Id="rId5" Type="http://schemas.openxmlformats.org/officeDocument/2006/relationships/hyperlink" Target="https://secure.math.ubc.ca/~CLP/CLP1/clp_1_dc/ssec_taylor_error.html" TargetMode="External"/><Relationship Id="rId4" Type="http://schemas.openxmlformats.org/officeDocument/2006/relationships/hyperlink" Target="https://mathworld.wolfram.com/Integral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Logarithmic_differentiation" TargetMode="External"/><Relationship Id="rId5" Type="http://schemas.openxmlformats.org/officeDocument/2006/relationships/hyperlink" Target="https://ocw.mit.edu/courses/mathematics/18-01sc-single-variable-calculus-fall-2010/unit-2-applications-of-differentiation/part-c-mean-value-theorem-antiderivatives-and-differential-equations/session-35-using-the-mean-value-theorem/" TargetMode="External"/><Relationship Id="rId4" Type="http://schemas.openxmlformats.org/officeDocument/2006/relationships/hyperlink" Target="https://ocw.mit.edu/courses/mathematics/18-02sc-multivariable-calculus-fall-2010/syllabus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9057CD-85E7-7D41-972D-2DEE3B956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377" y="0"/>
            <a:ext cx="85492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23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412703-BBD2-764A-880B-06FF7B44D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5067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78843A-A2D0-B94F-B276-8AA0832C2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752" y="0"/>
            <a:ext cx="6348248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06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44C2B6-1F0D-2D40-BF73-90BC5D68E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69876" cy="5130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21FB6D-7DFB-2240-81C2-004589B7D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876" y="0"/>
            <a:ext cx="6222124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820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2DD1CD-F304-8148-A00B-8D262AFF6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22428" cy="5130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5E4EE8-2766-6342-91FE-FE6446AB6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428" y="0"/>
            <a:ext cx="6169572" cy="509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8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BA2B38-B934-3947-B556-3D8796D86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5130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0094AF-81BF-9C49-86FB-2CB1EF676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80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7172F5-DF38-FC47-BE1A-921932810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5118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8426EE-1D10-5F4D-83AA-28B64E28D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79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700AFD-5F2C-374E-84C4-13F10B3C9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5118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95DEC9-3ADC-6D4D-B7AD-FE246F4D9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6096001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56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BC1B8A-1183-8341-A033-D75F22745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9414"/>
            <a:ext cx="6070600" cy="5003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6DF98F-7CF7-294F-9977-5F4DB82ED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600" y="-39414"/>
            <a:ext cx="6121400" cy="51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53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9655EA-0D52-B049-9AD0-063A8B784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508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C2FDEE-62B9-364E-9755-BE420D324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6096001" cy="51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10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250573-474B-1740-8234-E44ACF23F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5130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75C415-2884-A44C-B906-92FCA5D83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700"/>
            <a:ext cx="6096000" cy="51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252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8E9B4A-F3E5-B74D-BE5C-E115BDB9D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5067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C8BB76-7FCF-884D-9956-B0645C517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321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C43214-7AC2-D74D-B4DB-1491308F8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508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A6AC43-70AF-8444-A850-C24AAD0FC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19050"/>
            <a:ext cx="6096001" cy="5041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D6BEA8-F088-7647-843E-26BB5500F7C6}"/>
              </a:ext>
            </a:extLst>
          </p:cNvPr>
          <p:cNvSpPr txBox="1"/>
          <p:nvPr/>
        </p:nvSpPr>
        <p:spPr>
          <a:xfrm>
            <a:off x="662152" y="5486400"/>
            <a:ext cx="9396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https://mathworld.wolfram.com/Integral.html</a:t>
            </a:r>
            <a:endParaRPr lang="en-US" dirty="0"/>
          </a:p>
          <a:p>
            <a:r>
              <a:rPr lang="en-US" dirty="0"/>
              <a:t>error term of </a:t>
            </a:r>
            <a:r>
              <a:rPr lang="en-US" dirty="0" err="1"/>
              <a:t>taylor</a:t>
            </a:r>
            <a:r>
              <a:rPr lang="en-US" dirty="0"/>
              <a:t> series </a:t>
            </a:r>
            <a:r>
              <a:rPr lang="en-US" dirty="0">
                <a:hlinkClick r:id="rId5"/>
              </a:rPr>
              <a:t>https://secure.math.ubc.ca/~CLP/CLP1/clp_1_dc/ssec_taylor_error.html</a:t>
            </a:r>
            <a:endParaRPr lang="en-US" dirty="0"/>
          </a:p>
          <a:p>
            <a:r>
              <a:rPr lang="en-US" dirty="0">
                <a:hlinkClick r:id="rId6"/>
              </a:rPr>
              <a:t>https://en.wikipedia.org/wiki/Taylor_series</a:t>
            </a:r>
            <a:endParaRPr lang="en-US" dirty="0"/>
          </a:p>
          <a:p>
            <a:r>
              <a:rPr lang="en-US" dirty="0">
                <a:hlinkClick r:id="rId7"/>
              </a:rPr>
              <a:t>https://www.math24.net/taylor-maclaurin-series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351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4322D1-5630-0443-A09B-D4E4582D4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92800" cy="508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443E7B-FB78-2642-8816-A4AF67ADC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0" y="0"/>
            <a:ext cx="6299200" cy="5003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4B5E06-0D86-6645-BC53-4A914E9C114F}"/>
              </a:ext>
            </a:extLst>
          </p:cNvPr>
          <p:cNvSpPr txBox="1"/>
          <p:nvPr/>
        </p:nvSpPr>
        <p:spPr>
          <a:xfrm>
            <a:off x="210207" y="5549462"/>
            <a:ext cx="224645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Differentiability, </a:t>
            </a:r>
            <a:r>
              <a:rPr lang="en-US" dirty="0">
                <a:hlinkClick r:id="rId4"/>
              </a:rPr>
              <a:t>https://ocw.mit.edu/courses/mathematics/18-02sc-multivariable-calculus-fall-2010/syllabus/</a:t>
            </a:r>
            <a:endParaRPr lang="en-US" dirty="0"/>
          </a:p>
          <a:p>
            <a:r>
              <a:rPr lang="en-US" dirty="0">
                <a:hlinkClick r:id="rId5"/>
              </a:rPr>
              <a:t>https://ocw.mit.edu/courses/mathematics/18-01sc-single-variable-calculus-fall-2010/unit-2-applications-of-differentiation/part-c-mean-value-theorem-antiderivatives-and-differential-equations/session-35-using-the-mean-value-theorem/</a:t>
            </a:r>
            <a:endParaRPr lang="en-US" dirty="0"/>
          </a:p>
          <a:p>
            <a:r>
              <a:rPr lang="en-US" dirty="0">
                <a:hlinkClick r:id="rId6"/>
              </a:rPr>
              <a:t>https://en.wikipedia.org/wiki/Logarithmic_differentiation</a:t>
            </a:r>
            <a:endParaRPr lang="en-US" dirty="0"/>
          </a:p>
          <a:p>
            <a:r>
              <a:rPr lang="en-US" dirty="0"/>
              <a:t>What is e?</a:t>
            </a:r>
          </a:p>
        </p:txBody>
      </p:sp>
    </p:spTree>
    <p:extLst>
      <p:ext uri="{BB962C8B-B14F-4D97-AF65-F5344CB8AC3E}">
        <p14:creationId xmlns:p14="http://schemas.microsoft.com/office/powerpoint/2010/main" val="2363051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801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200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120</Words>
  <Application>Microsoft Macintosh PowerPoint</Application>
  <PresentationFormat>Widescreen</PresentationFormat>
  <Paragraphs>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Shreejit Verma</dc:creator>
  <cp:lastModifiedBy>Shreejit Verma</cp:lastModifiedBy>
  <cp:revision>17</cp:revision>
  <dcterms:created xsi:type="dcterms:W3CDTF">2021-08-03T16:58:08Z</dcterms:created>
  <dcterms:modified xsi:type="dcterms:W3CDTF">2021-08-03T19:26:08Z</dcterms:modified>
</cp:coreProperties>
</file>