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B531-DB09-C343-B44C-5063F5273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C4B65-CCB2-C445-A4B8-682240208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1E0D3-83CE-C940-900F-EED4EBFA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37EA9-E849-1F4A-9E3A-B8A085BF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A7D29-3BD6-D246-8B6A-B5CA9484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3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A412-1086-0B4F-A00C-F98A426D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A2BBD-E331-0F40-88E3-188B0650B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3BA5D-C3F0-164A-A954-DB0B882C4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173A8-C29A-E64D-BBB2-1B590FC4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ABDA-7698-8242-91F1-5DD71A2C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8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A461-3B24-1944-AA27-BF0D73E6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77E5D-4DD9-DA4C-BBD9-84FBCF0FB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A6835-6DA7-494A-B694-49D0D06E3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D9A7A-3B4A-204B-B7C4-DCAB7BE4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5B207-92A7-174C-8A01-A5A97A22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9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8FFD-04C1-504A-92FA-02FD24DD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28770-53EA-C445-AF6A-D76950F6A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E3130-7E97-3643-9E96-D1013CA66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9E631-3A71-2A4D-86C1-0C1ACA3D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35DA9-7FCC-5C41-8B4F-65B0E43C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04C1D-658E-C643-AFF0-AAD51166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2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7C71-F61E-CB42-BA13-355077DE5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70F63-AE81-D241-8BBF-7E5FB9AF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FFBBD-566A-FB42-92D8-C9E7AAB80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8319B-4BB0-1647-BB0D-6E3A1D82C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DDC1E-1DF9-0347-BBF0-C9C7CFD36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C326C7-9395-634C-AF2F-1D2EA149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0FEC1-13DD-E943-8AD4-22F24052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8E5A6-AE86-B14C-8EF9-6B359208C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5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D4F6-3F2C-624D-9AFB-A48F4014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5ED0A-EAE4-D84D-BBD1-FDEF1B83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D8824-0703-EB48-BF47-48FBED4D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0C67F-2D4B-8E40-9450-F77BC318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36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498A8-BA2B-4248-96BF-E7BF47F2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005B4-CC44-2A42-9730-CC3044DE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2B2A3-107A-F240-8EFF-ECE5C576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1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7B46-1987-3440-94EE-6543E111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22A6F-9BD4-C54C-88DA-DBB437114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3E3D6-EC10-EC46-9330-5D1DD050C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C495C-EC42-0847-89BE-44E7C2A5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ABDA7-2F59-BF4A-A764-59EAA164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EAAE3-D4D4-3145-8A25-F573F1C3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23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C7D3-B608-E94C-B4CF-384079E9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0F578-F04C-3845-B5A9-E24775315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073C7-8489-F342-A18F-6B58A2F56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0DACC-C2F8-3047-AF6A-9F08A7467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E0D94-279E-304C-A5A8-5DB4EB41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B989E-EF94-B949-A96D-1354E52B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1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FE0B-5C32-D741-A216-F301728D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CA499-EA04-6D46-9C89-EE4B41503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889A2-A260-BC4E-9582-461D949D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09A0A-76C2-F54C-876E-EF235F77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F07DC-E000-D242-8410-DA9A514D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3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FD908-69D4-B04C-94F6-110820EDD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2F61F-595B-2645-9AA5-5E9AD9396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C07ED-E5C6-1B49-8CC5-E82C320A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0109B-292B-E94B-8300-325E4EFB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434A-B773-354D-98DF-98899BBB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1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B0D4D6-731E-974D-8F58-5F34D781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01469-BCFB-4046-A1CB-A6C31731E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BFD30-612E-7940-8A1F-B4DF0782E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3B7EF-136E-8547-B6A3-E00739E83F41}" type="datetimeFigureOut">
              <a:rPr lang="en-US" smtClean="0"/>
              <a:t>8/4/21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B747A-9895-A040-83FB-9E9C95C5A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7EEEF-6402-1147-9EAC-2AB527C96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A1B3F-6119-AF43-981C-C49AF2974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0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917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031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07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62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30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09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29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69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472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345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669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140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539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557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84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107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933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691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114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739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Macintosh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Shreejit Verma</dc:creator>
  <cp:lastModifiedBy>Shreejit Verma</cp:lastModifiedBy>
  <cp:revision>1</cp:revision>
  <dcterms:created xsi:type="dcterms:W3CDTF">2021-08-03T19:26:29Z</dcterms:created>
  <dcterms:modified xsi:type="dcterms:W3CDTF">2021-08-03T20:22:11Z</dcterms:modified>
</cp:coreProperties>
</file>