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1" r:id="rId1"/>
  </p:sldMasterIdLst>
  <p:notesMasterIdLst>
    <p:notesMasterId r:id="rId17"/>
  </p:notesMasterIdLst>
  <p:sldIdLst>
    <p:sldId id="712" r:id="rId2"/>
    <p:sldId id="508" r:id="rId3"/>
    <p:sldId id="509" r:id="rId4"/>
    <p:sldId id="510" r:id="rId5"/>
    <p:sldId id="714" r:id="rId6"/>
    <p:sldId id="715" r:id="rId7"/>
    <p:sldId id="716" r:id="rId8"/>
    <p:sldId id="717" r:id="rId9"/>
    <p:sldId id="729" r:id="rId10"/>
    <p:sldId id="730" r:id="rId11"/>
    <p:sldId id="722" r:id="rId12"/>
    <p:sldId id="731" r:id="rId13"/>
    <p:sldId id="732" r:id="rId14"/>
    <p:sldId id="733" r:id="rId15"/>
    <p:sldId id="728" r:id="rId16"/>
  </p:sldIdLst>
  <p:sldSz cx="9144000" cy="6858000" type="screen4x3"/>
  <p:notesSz cx="6881813" cy="9296400"/>
  <p:defaultTextStyle>
    <a:defPPr>
      <a:defRPr lang="en-US"/>
    </a:defPPr>
    <a:lvl1pPr algn="l" rtl="0" eaLnBrk="0" fontAlgn="base" hangingPunct="0">
      <a:spcBef>
        <a:spcPct val="0"/>
      </a:spcBef>
      <a:spcAft>
        <a:spcPct val="0"/>
      </a:spcAft>
      <a:defRPr kern="1200">
        <a:solidFill>
          <a:schemeClr val="tx1"/>
        </a:solidFill>
        <a:latin typeface="Tahoma" pitchFamily="34" charset="0"/>
        <a:ea typeface="+mn-ea"/>
        <a:cs typeface="+mn-cs"/>
      </a:defRPr>
    </a:lvl1pPr>
    <a:lvl2pPr marL="457200" algn="l" rtl="0" eaLnBrk="0" fontAlgn="base" hangingPunct="0">
      <a:spcBef>
        <a:spcPct val="0"/>
      </a:spcBef>
      <a:spcAft>
        <a:spcPct val="0"/>
      </a:spcAft>
      <a:defRPr kern="1200">
        <a:solidFill>
          <a:schemeClr val="tx1"/>
        </a:solidFill>
        <a:latin typeface="Tahoma" pitchFamily="34" charset="0"/>
        <a:ea typeface="+mn-ea"/>
        <a:cs typeface="+mn-cs"/>
      </a:defRPr>
    </a:lvl2pPr>
    <a:lvl3pPr marL="914400" algn="l" rtl="0" eaLnBrk="0" fontAlgn="base" hangingPunct="0">
      <a:spcBef>
        <a:spcPct val="0"/>
      </a:spcBef>
      <a:spcAft>
        <a:spcPct val="0"/>
      </a:spcAft>
      <a:defRPr kern="1200">
        <a:solidFill>
          <a:schemeClr val="tx1"/>
        </a:solidFill>
        <a:latin typeface="Tahoma" pitchFamily="34" charset="0"/>
        <a:ea typeface="+mn-ea"/>
        <a:cs typeface="+mn-cs"/>
      </a:defRPr>
    </a:lvl3pPr>
    <a:lvl4pPr marL="1371600" algn="l" rtl="0" eaLnBrk="0" fontAlgn="base" hangingPunct="0">
      <a:spcBef>
        <a:spcPct val="0"/>
      </a:spcBef>
      <a:spcAft>
        <a:spcPct val="0"/>
      </a:spcAft>
      <a:defRPr kern="1200">
        <a:solidFill>
          <a:schemeClr val="tx1"/>
        </a:solidFill>
        <a:latin typeface="Tahoma" pitchFamily="34" charset="0"/>
        <a:ea typeface="+mn-ea"/>
        <a:cs typeface="+mn-cs"/>
      </a:defRPr>
    </a:lvl4pPr>
    <a:lvl5pPr marL="1828800" algn="l" rtl="0" eaLnBrk="0" fontAlgn="base" hangingPunct="0">
      <a:spcBef>
        <a:spcPct val="0"/>
      </a:spcBef>
      <a:spcAft>
        <a:spcPct val="0"/>
      </a:spcAft>
      <a:defRPr kern="1200">
        <a:solidFill>
          <a:schemeClr val="tx1"/>
        </a:solidFill>
        <a:latin typeface="Tahoma" pitchFamily="34" charset="0"/>
        <a:ea typeface="+mn-ea"/>
        <a:cs typeface="+mn-cs"/>
      </a:defRPr>
    </a:lvl5pPr>
    <a:lvl6pPr marL="2286000" algn="l" defTabSz="914400" rtl="0" eaLnBrk="1" latinLnBrk="0" hangingPunct="1">
      <a:defRPr kern="1200">
        <a:solidFill>
          <a:schemeClr val="tx1"/>
        </a:solidFill>
        <a:latin typeface="Tahoma" pitchFamily="34" charset="0"/>
        <a:ea typeface="+mn-ea"/>
        <a:cs typeface="+mn-cs"/>
      </a:defRPr>
    </a:lvl6pPr>
    <a:lvl7pPr marL="2743200" algn="l" defTabSz="914400" rtl="0" eaLnBrk="1" latinLnBrk="0" hangingPunct="1">
      <a:defRPr kern="1200">
        <a:solidFill>
          <a:schemeClr val="tx1"/>
        </a:solidFill>
        <a:latin typeface="Tahoma" pitchFamily="34" charset="0"/>
        <a:ea typeface="+mn-ea"/>
        <a:cs typeface="+mn-cs"/>
      </a:defRPr>
    </a:lvl7pPr>
    <a:lvl8pPr marL="3200400" algn="l" defTabSz="914400" rtl="0" eaLnBrk="1" latinLnBrk="0" hangingPunct="1">
      <a:defRPr kern="1200">
        <a:solidFill>
          <a:schemeClr val="tx1"/>
        </a:solidFill>
        <a:latin typeface="Tahoma" pitchFamily="34" charset="0"/>
        <a:ea typeface="+mn-ea"/>
        <a:cs typeface="+mn-cs"/>
      </a:defRPr>
    </a:lvl8pPr>
    <a:lvl9pPr marL="3657600" algn="l" defTabSz="914400" rtl="0" eaLnBrk="1" latinLnBrk="0" hangingPunct="1">
      <a:defRPr kern="1200">
        <a:solidFill>
          <a:schemeClr val="tx1"/>
        </a:solidFill>
        <a:latin typeface="Tahoma"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179" autoAdjust="0"/>
    <p:restoredTop sz="95647" autoAdjust="0"/>
  </p:normalViewPr>
  <p:slideViewPr>
    <p:cSldViewPr>
      <p:cViewPr varScale="1">
        <p:scale>
          <a:sx n="104" d="100"/>
          <a:sy n="104" d="100"/>
        </p:scale>
        <p:origin x="126" y="1404"/>
      </p:cViewPr>
      <p:guideLst>
        <p:guide orient="horz" pos="2160"/>
        <p:guide pos="2880"/>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4754" name="Rectangle 2"/>
          <p:cNvSpPr>
            <a:spLocks noGrp="1" noChangeArrowheads="1"/>
          </p:cNvSpPr>
          <p:nvPr>
            <p:ph type="hdr" sz="quarter"/>
          </p:nvPr>
        </p:nvSpPr>
        <p:spPr bwMode="auto">
          <a:xfrm>
            <a:off x="1" y="0"/>
            <a:ext cx="2982119" cy="464820"/>
          </a:xfrm>
          <a:prstGeom prst="rect">
            <a:avLst/>
          </a:prstGeom>
          <a:noFill/>
          <a:ln w="9525">
            <a:noFill/>
            <a:miter lim="800000"/>
            <a:headEnd/>
            <a:tailEnd/>
          </a:ln>
          <a:effectLst/>
        </p:spPr>
        <p:txBody>
          <a:bodyPr vert="horz" wrap="square" lIns="92438" tIns="46219" rIns="92438" bIns="46219" numCol="1" anchor="t" anchorCtr="0" compatLnSpc="1">
            <a:prstTxWarp prst="textNoShape">
              <a:avLst/>
            </a:prstTxWarp>
          </a:bodyPr>
          <a:lstStyle>
            <a:lvl1pPr eaLnBrk="1" hangingPunct="1">
              <a:defRPr sz="1200">
                <a:latin typeface="Times New Roman" pitchFamily="18" charset="0"/>
              </a:defRPr>
            </a:lvl1pPr>
          </a:lstStyle>
          <a:p>
            <a:pPr>
              <a:defRPr/>
            </a:pPr>
            <a:endParaRPr lang="en-US"/>
          </a:p>
        </p:txBody>
      </p:sp>
      <p:sp>
        <p:nvSpPr>
          <p:cNvPr id="74755" name="Rectangle 3"/>
          <p:cNvSpPr>
            <a:spLocks noGrp="1" noChangeArrowheads="1"/>
          </p:cNvSpPr>
          <p:nvPr>
            <p:ph type="dt" idx="1"/>
          </p:nvPr>
        </p:nvSpPr>
        <p:spPr bwMode="auto">
          <a:xfrm>
            <a:off x="3898102" y="0"/>
            <a:ext cx="2982119" cy="464820"/>
          </a:xfrm>
          <a:prstGeom prst="rect">
            <a:avLst/>
          </a:prstGeom>
          <a:noFill/>
          <a:ln w="9525">
            <a:noFill/>
            <a:miter lim="800000"/>
            <a:headEnd/>
            <a:tailEnd/>
          </a:ln>
          <a:effectLst/>
        </p:spPr>
        <p:txBody>
          <a:bodyPr vert="horz" wrap="square" lIns="92438" tIns="46219" rIns="92438" bIns="46219" numCol="1" anchor="t" anchorCtr="0" compatLnSpc="1">
            <a:prstTxWarp prst="textNoShape">
              <a:avLst/>
            </a:prstTxWarp>
          </a:bodyPr>
          <a:lstStyle>
            <a:lvl1pPr algn="r" eaLnBrk="1" hangingPunct="1">
              <a:defRPr sz="1200">
                <a:latin typeface="Times New Roman" pitchFamily="18" charset="0"/>
              </a:defRPr>
            </a:lvl1pPr>
          </a:lstStyle>
          <a:p>
            <a:pPr>
              <a:defRPr/>
            </a:pPr>
            <a:endParaRPr lang="en-US"/>
          </a:p>
        </p:txBody>
      </p:sp>
      <p:sp>
        <p:nvSpPr>
          <p:cNvPr id="60420" name="Rectangle 4"/>
          <p:cNvSpPr>
            <a:spLocks noGrp="1" noRot="1" noChangeAspect="1" noChangeArrowheads="1" noTextEdit="1"/>
          </p:cNvSpPr>
          <p:nvPr>
            <p:ph type="sldImg" idx="2"/>
          </p:nvPr>
        </p:nvSpPr>
        <p:spPr bwMode="auto">
          <a:xfrm>
            <a:off x="1117600" y="696913"/>
            <a:ext cx="4648200" cy="3486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4757" name="Rectangle 5"/>
          <p:cNvSpPr>
            <a:spLocks noGrp="1" noChangeArrowheads="1"/>
          </p:cNvSpPr>
          <p:nvPr>
            <p:ph type="body" sz="quarter" idx="3"/>
          </p:nvPr>
        </p:nvSpPr>
        <p:spPr bwMode="auto">
          <a:xfrm>
            <a:off x="688182" y="4415790"/>
            <a:ext cx="5505450" cy="4183380"/>
          </a:xfrm>
          <a:prstGeom prst="rect">
            <a:avLst/>
          </a:prstGeom>
          <a:noFill/>
          <a:ln w="9525">
            <a:noFill/>
            <a:miter lim="800000"/>
            <a:headEnd/>
            <a:tailEnd/>
          </a:ln>
          <a:effectLst/>
        </p:spPr>
        <p:txBody>
          <a:bodyPr vert="horz" wrap="square" lIns="92438" tIns="46219" rIns="92438" bIns="46219"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4758" name="Rectangle 6"/>
          <p:cNvSpPr>
            <a:spLocks noGrp="1" noChangeArrowheads="1"/>
          </p:cNvSpPr>
          <p:nvPr>
            <p:ph type="ftr" sz="quarter" idx="4"/>
          </p:nvPr>
        </p:nvSpPr>
        <p:spPr bwMode="auto">
          <a:xfrm>
            <a:off x="1" y="8829967"/>
            <a:ext cx="2982119" cy="464820"/>
          </a:xfrm>
          <a:prstGeom prst="rect">
            <a:avLst/>
          </a:prstGeom>
          <a:noFill/>
          <a:ln w="9525">
            <a:noFill/>
            <a:miter lim="800000"/>
            <a:headEnd/>
            <a:tailEnd/>
          </a:ln>
          <a:effectLst/>
        </p:spPr>
        <p:txBody>
          <a:bodyPr vert="horz" wrap="square" lIns="92438" tIns="46219" rIns="92438" bIns="46219" numCol="1" anchor="b" anchorCtr="0" compatLnSpc="1">
            <a:prstTxWarp prst="textNoShape">
              <a:avLst/>
            </a:prstTxWarp>
          </a:bodyPr>
          <a:lstStyle>
            <a:lvl1pPr eaLnBrk="1" hangingPunct="1">
              <a:defRPr sz="1200">
                <a:latin typeface="Times New Roman" pitchFamily="18" charset="0"/>
              </a:defRPr>
            </a:lvl1pPr>
          </a:lstStyle>
          <a:p>
            <a:pPr>
              <a:defRPr/>
            </a:pPr>
            <a:endParaRPr lang="en-US"/>
          </a:p>
        </p:txBody>
      </p:sp>
      <p:sp>
        <p:nvSpPr>
          <p:cNvPr id="74759" name="Rectangle 7"/>
          <p:cNvSpPr>
            <a:spLocks noGrp="1" noChangeArrowheads="1"/>
          </p:cNvSpPr>
          <p:nvPr>
            <p:ph type="sldNum" sz="quarter" idx="5"/>
          </p:nvPr>
        </p:nvSpPr>
        <p:spPr bwMode="auto">
          <a:xfrm>
            <a:off x="3898102" y="8829967"/>
            <a:ext cx="2982119" cy="464820"/>
          </a:xfrm>
          <a:prstGeom prst="rect">
            <a:avLst/>
          </a:prstGeom>
          <a:noFill/>
          <a:ln w="9525">
            <a:noFill/>
            <a:miter lim="800000"/>
            <a:headEnd/>
            <a:tailEnd/>
          </a:ln>
          <a:effectLst/>
        </p:spPr>
        <p:txBody>
          <a:bodyPr vert="horz" wrap="square" lIns="92438" tIns="46219" rIns="92438" bIns="46219" numCol="1" anchor="b" anchorCtr="0" compatLnSpc="1">
            <a:prstTxWarp prst="textNoShape">
              <a:avLst/>
            </a:prstTxWarp>
          </a:bodyPr>
          <a:lstStyle>
            <a:lvl1pPr algn="r" eaLnBrk="1" hangingPunct="1">
              <a:defRPr sz="1200">
                <a:latin typeface="Times New Roman" pitchFamily="18" charset="0"/>
              </a:defRPr>
            </a:lvl1pPr>
          </a:lstStyle>
          <a:p>
            <a:pPr>
              <a:defRPr/>
            </a:pPr>
            <a:fld id="{C3966094-34ED-42CC-B0A0-81B4FC9F48A1}" type="slidenum">
              <a:rPr lang="en-US"/>
              <a:pPr>
                <a:defRPr/>
              </a:pPr>
              <a:t>‹#›</a:t>
            </a:fld>
            <a:endParaRPr lang="en-US"/>
          </a:p>
        </p:txBody>
      </p:sp>
    </p:spTree>
    <p:extLst>
      <p:ext uri="{BB962C8B-B14F-4D97-AF65-F5344CB8AC3E}">
        <p14:creationId xmlns:p14="http://schemas.microsoft.com/office/powerpoint/2010/main" val="107290040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18231" indent="-276244">
              <a:defRPr>
                <a:solidFill>
                  <a:schemeClr val="tx1"/>
                </a:solidFill>
                <a:latin typeface="Tahoma" pitchFamily="34" charset="0"/>
              </a:defRPr>
            </a:lvl2pPr>
            <a:lvl3pPr marL="1104972" indent="-220995">
              <a:defRPr>
                <a:solidFill>
                  <a:schemeClr val="tx1"/>
                </a:solidFill>
                <a:latin typeface="Tahoma" pitchFamily="34" charset="0"/>
              </a:defRPr>
            </a:lvl3pPr>
            <a:lvl4pPr marL="1546961" indent="-220995">
              <a:defRPr>
                <a:solidFill>
                  <a:schemeClr val="tx1"/>
                </a:solidFill>
                <a:latin typeface="Tahoma" pitchFamily="34" charset="0"/>
              </a:defRPr>
            </a:lvl4pPr>
            <a:lvl5pPr marL="1988949" indent="-220995">
              <a:defRPr>
                <a:solidFill>
                  <a:schemeClr val="tx1"/>
                </a:solidFill>
                <a:latin typeface="Tahoma" pitchFamily="34" charset="0"/>
              </a:defRPr>
            </a:lvl5pPr>
            <a:lvl6pPr marL="2430939" indent="-220995" eaLnBrk="0" fontAlgn="base" hangingPunct="0">
              <a:spcBef>
                <a:spcPct val="0"/>
              </a:spcBef>
              <a:spcAft>
                <a:spcPct val="0"/>
              </a:spcAft>
              <a:defRPr>
                <a:solidFill>
                  <a:schemeClr val="tx1"/>
                </a:solidFill>
                <a:latin typeface="Tahoma" pitchFamily="34" charset="0"/>
              </a:defRPr>
            </a:lvl6pPr>
            <a:lvl7pPr marL="2872928" indent="-220995" eaLnBrk="0" fontAlgn="base" hangingPunct="0">
              <a:spcBef>
                <a:spcPct val="0"/>
              </a:spcBef>
              <a:spcAft>
                <a:spcPct val="0"/>
              </a:spcAft>
              <a:defRPr>
                <a:solidFill>
                  <a:schemeClr val="tx1"/>
                </a:solidFill>
                <a:latin typeface="Tahoma" pitchFamily="34" charset="0"/>
              </a:defRPr>
            </a:lvl7pPr>
            <a:lvl8pPr marL="3314915" indent="-220995" eaLnBrk="0" fontAlgn="base" hangingPunct="0">
              <a:spcBef>
                <a:spcPct val="0"/>
              </a:spcBef>
              <a:spcAft>
                <a:spcPct val="0"/>
              </a:spcAft>
              <a:defRPr>
                <a:solidFill>
                  <a:schemeClr val="tx1"/>
                </a:solidFill>
                <a:latin typeface="Tahoma" pitchFamily="34" charset="0"/>
              </a:defRPr>
            </a:lvl8pPr>
            <a:lvl9pPr marL="3756905" indent="-220995" eaLnBrk="0" fontAlgn="base" hangingPunct="0">
              <a:spcBef>
                <a:spcPct val="0"/>
              </a:spcBef>
              <a:spcAft>
                <a:spcPct val="0"/>
              </a:spcAft>
              <a:defRPr>
                <a:solidFill>
                  <a:schemeClr val="tx1"/>
                </a:solidFill>
                <a:latin typeface="Tahoma" pitchFamily="34" charset="0"/>
              </a:defRPr>
            </a:lvl9pPr>
          </a:lstStyle>
          <a:p>
            <a:fld id="{0C77F19E-6305-42C9-846D-8F6E264C89DD}" type="slidenum">
              <a:rPr lang="en-US" altLang="en-US" smtClean="0">
                <a:latin typeface="Times New Roman" pitchFamily="18" charset="0"/>
              </a:rPr>
              <a:pPr/>
              <a:t>1</a:t>
            </a:fld>
            <a:endParaRPr lang="en-US" altLang="en-US">
              <a:latin typeface="Times New Roman" pitchFamily="18" charset="0"/>
            </a:endParaRPr>
          </a:p>
        </p:txBody>
      </p:sp>
      <p:sp>
        <p:nvSpPr>
          <p:cNvPr id="61443" name="Rectangle 2"/>
          <p:cNvSpPr>
            <a:spLocks noGrp="1" noRot="1" noChangeAspect="1" noChangeArrowheads="1" noTextEdit="1"/>
          </p:cNvSpPr>
          <p:nvPr>
            <p:ph type="sldImg"/>
          </p:nvPr>
        </p:nvSpPr>
        <p:spPr>
          <a:ln/>
        </p:spPr>
      </p:sp>
      <p:sp>
        <p:nvSpPr>
          <p:cNvPr id="614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18298" indent="-276268">
              <a:defRPr>
                <a:solidFill>
                  <a:schemeClr val="tx1"/>
                </a:solidFill>
                <a:latin typeface="Tahoma" pitchFamily="34" charset="0"/>
              </a:defRPr>
            </a:lvl2pPr>
            <a:lvl3pPr marL="1105074" indent="-221015">
              <a:defRPr>
                <a:solidFill>
                  <a:schemeClr val="tx1"/>
                </a:solidFill>
                <a:latin typeface="Tahoma" pitchFamily="34" charset="0"/>
              </a:defRPr>
            </a:lvl3pPr>
            <a:lvl4pPr marL="1547104" indent="-221015">
              <a:defRPr>
                <a:solidFill>
                  <a:schemeClr val="tx1"/>
                </a:solidFill>
                <a:latin typeface="Tahoma" pitchFamily="34" charset="0"/>
              </a:defRPr>
            </a:lvl4pPr>
            <a:lvl5pPr marL="1989134" indent="-221015">
              <a:defRPr>
                <a:solidFill>
                  <a:schemeClr val="tx1"/>
                </a:solidFill>
                <a:latin typeface="Tahoma" pitchFamily="34" charset="0"/>
              </a:defRPr>
            </a:lvl5pPr>
            <a:lvl6pPr marL="2431164" indent="-221015" eaLnBrk="0" fontAlgn="base" hangingPunct="0">
              <a:spcBef>
                <a:spcPct val="0"/>
              </a:spcBef>
              <a:spcAft>
                <a:spcPct val="0"/>
              </a:spcAft>
              <a:defRPr>
                <a:solidFill>
                  <a:schemeClr val="tx1"/>
                </a:solidFill>
                <a:latin typeface="Tahoma" pitchFamily="34" charset="0"/>
              </a:defRPr>
            </a:lvl6pPr>
            <a:lvl7pPr marL="2873194" indent="-221015" eaLnBrk="0" fontAlgn="base" hangingPunct="0">
              <a:spcBef>
                <a:spcPct val="0"/>
              </a:spcBef>
              <a:spcAft>
                <a:spcPct val="0"/>
              </a:spcAft>
              <a:defRPr>
                <a:solidFill>
                  <a:schemeClr val="tx1"/>
                </a:solidFill>
                <a:latin typeface="Tahoma" pitchFamily="34" charset="0"/>
              </a:defRPr>
            </a:lvl7pPr>
            <a:lvl8pPr marL="3315223" indent="-221015" eaLnBrk="0" fontAlgn="base" hangingPunct="0">
              <a:spcBef>
                <a:spcPct val="0"/>
              </a:spcBef>
              <a:spcAft>
                <a:spcPct val="0"/>
              </a:spcAft>
              <a:defRPr>
                <a:solidFill>
                  <a:schemeClr val="tx1"/>
                </a:solidFill>
                <a:latin typeface="Tahoma" pitchFamily="34" charset="0"/>
              </a:defRPr>
            </a:lvl8pPr>
            <a:lvl9pPr marL="3757253" indent="-221015" eaLnBrk="0" fontAlgn="base" hangingPunct="0">
              <a:spcBef>
                <a:spcPct val="0"/>
              </a:spcBef>
              <a:spcAft>
                <a:spcPct val="0"/>
              </a:spcAft>
              <a:defRPr>
                <a:solidFill>
                  <a:schemeClr val="tx1"/>
                </a:solidFill>
                <a:latin typeface="Tahoma" pitchFamily="34" charset="0"/>
              </a:defRPr>
            </a:lvl9pPr>
          </a:lstStyle>
          <a:p>
            <a:fld id="{A864D773-F3DB-4982-BFFB-8CE73997DEA6}" type="slidenum">
              <a:rPr lang="en-US" altLang="en-US" smtClean="0">
                <a:latin typeface="Times New Roman" pitchFamily="18" charset="0"/>
              </a:rPr>
              <a:pPr/>
              <a:t>2</a:t>
            </a:fld>
            <a:endParaRPr lang="en-US" altLang="en-US">
              <a:latin typeface="Times New Roman" pitchFamily="18" charset="0"/>
            </a:endParaRPr>
          </a:p>
        </p:txBody>
      </p:sp>
      <p:sp>
        <p:nvSpPr>
          <p:cNvPr id="101379" name="Rectangle 2"/>
          <p:cNvSpPr>
            <a:spLocks noGrp="1" noRot="1" noChangeAspect="1" noChangeArrowheads="1" noTextEdit="1"/>
          </p:cNvSpPr>
          <p:nvPr>
            <p:ph type="sldImg"/>
          </p:nvPr>
        </p:nvSpPr>
        <p:spPr>
          <a:ln/>
        </p:spPr>
      </p:sp>
      <p:sp>
        <p:nvSpPr>
          <p:cNvPr id="1013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So we might say</a:t>
            </a:r>
          </a:p>
          <a:p>
            <a:pPr eaLnBrk="1" hangingPunct="1"/>
            <a:endParaRPr lang="en-US" altLang="en-US"/>
          </a:p>
          <a:p>
            <a:pPr eaLnBrk="1" hangingPunct="1"/>
            <a:r>
              <a:rPr lang="en-US" altLang="en-US"/>
              <a:t>Complex a, b, c;</a:t>
            </a:r>
          </a:p>
          <a:p>
            <a:pPr eaLnBrk="1" hangingPunct="1"/>
            <a:r>
              <a:rPr lang="en-US" altLang="en-US"/>
              <a:t>a.real = 1.0; a.imag = 2.0;</a:t>
            </a:r>
          </a:p>
          <a:p>
            <a:pPr eaLnBrk="1" hangingPunct="1"/>
            <a:r>
              <a:rPr lang="en-US" altLang="en-US"/>
              <a:t>b.real = 3.0; b.imag = 4.0;</a:t>
            </a:r>
          </a:p>
          <a:p>
            <a:pPr eaLnBrk="1" hangingPunct="1"/>
            <a:r>
              <a:rPr lang="en-US" altLang="en-US"/>
              <a:t>c = mult(a, b);</a:t>
            </a:r>
          </a:p>
          <a:p>
            <a:pPr eaLnBrk="1" hangingPunct="1"/>
            <a:endParaRPr lang="en-US" altLang="en-US"/>
          </a:p>
          <a:p>
            <a:pPr eaLnBrk="1" hangingPunct="1"/>
            <a:r>
              <a:rPr lang="en-US" altLang="en-US"/>
              <a:t>The big problem here is that the function name mult() can’t be used for any other purpose in the same program. It’s global function, tied to the Complex struct. We can do better.</a:t>
            </a:r>
          </a:p>
        </p:txBody>
      </p:sp>
    </p:spTree>
    <p:extLst>
      <p:ext uri="{BB962C8B-B14F-4D97-AF65-F5344CB8AC3E}">
        <p14:creationId xmlns:p14="http://schemas.microsoft.com/office/powerpoint/2010/main" val="6349576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18298" indent="-276268">
              <a:defRPr>
                <a:solidFill>
                  <a:schemeClr val="tx1"/>
                </a:solidFill>
                <a:latin typeface="Tahoma" pitchFamily="34" charset="0"/>
              </a:defRPr>
            </a:lvl2pPr>
            <a:lvl3pPr marL="1105074" indent="-221015">
              <a:defRPr>
                <a:solidFill>
                  <a:schemeClr val="tx1"/>
                </a:solidFill>
                <a:latin typeface="Tahoma" pitchFamily="34" charset="0"/>
              </a:defRPr>
            </a:lvl3pPr>
            <a:lvl4pPr marL="1547104" indent="-221015">
              <a:defRPr>
                <a:solidFill>
                  <a:schemeClr val="tx1"/>
                </a:solidFill>
                <a:latin typeface="Tahoma" pitchFamily="34" charset="0"/>
              </a:defRPr>
            </a:lvl4pPr>
            <a:lvl5pPr marL="1989134" indent="-221015">
              <a:defRPr>
                <a:solidFill>
                  <a:schemeClr val="tx1"/>
                </a:solidFill>
                <a:latin typeface="Tahoma" pitchFamily="34" charset="0"/>
              </a:defRPr>
            </a:lvl5pPr>
            <a:lvl6pPr marL="2431164" indent="-221015" eaLnBrk="0" fontAlgn="base" hangingPunct="0">
              <a:spcBef>
                <a:spcPct val="0"/>
              </a:spcBef>
              <a:spcAft>
                <a:spcPct val="0"/>
              </a:spcAft>
              <a:defRPr>
                <a:solidFill>
                  <a:schemeClr val="tx1"/>
                </a:solidFill>
                <a:latin typeface="Tahoma" pitchFamily="34" charset="0"/>
              </a:defRPr>
            </a:lvl6pPr>
            <a:lvl7pPr marL="2873194" indent="-221015" eaLnBrk="0" fontAlgn="base" hangingPunct="0">
              <a:spcBef>
                <a:spcPct val="0"/>
              </a:spcBef>
              <a:spcAft>
                <a:spcPct val="0"/>
              </a:spcAft>
              <a:defRPr>
                <a:solidFill>
                  <a:schemeClr val="tx1"/>
                </a:solidFill>
                <a:latin typeface="Tahoma" pitchFamily="34" charset="0"/>
              </a:defRPr>
            </a:lvl7pPr>
            <a:lvl8pPr marL="3315223" indent="-221015" eaLnBrk="0" fontAlgn="base" hangingPunct="0">
              <a:spcBef>
                <a:spcPct val="0"/>
              </a:spcBef>
              <a:spcAft>
                <a:spcPct val="0"/>
              </a:spcAft>
              <a:defRPr>
                <a:solidFill>
                  <a:schemeClr val="tx1"/>
                </a:solidFill>
                <a:latin typeface="Tahoma" pitchFamily="34" charset="0"/>
              </a:defRPr>
            </a:lvl8pPr>
            <a:lvl9pPr marL="3757253" indent="-221015" eaLnBrk="0" fontAlgn="base" hangingPunct="0">
              <a:spcBef>
                <a:spcPct val="0"/>
              </a:spcBef>
              <a:spcAft>
                <a:spcPct val="0"/>
              </a:spcAft>
              <a:defRPr>
                <a:solidFill>
                  <a:schemeClr val="tx1"/>
                </a:solidFill>
                <a:latin typeface="Tahoma" pitchFamily="34" charset="0"/>
              </a:defRPr>
            </a:lvl9pPr>
          </a:lstStyle>
          <a:p>
            <a:fld id="{A864D773-F3DB-4982-BFFB-8CE73997DEA6}" type="slidenum">
              <a:rPr lang="en-US" altLang="en-US" smtClean="0">
                <a:latin typeface="Times New Roman" pitchFamily="18" charset="0"/>
              </a:rPr>
              <a:pPr/>
              <a:t>3</a:t>
            </a:fld>
            <a:endParaRPr lang="en-US" altLang="en-US">
              <a:latin typeface="Times New Roman" pitchFamily="18" charset="0"/>
            </a:endParaRPr>
          </a:p>
        </p:txBody>
      </p:sp>
      <p:sp>
        <p:nvSpPr>
          <p:cNvPr id="101379" name="Rectangle 2"/>
          <p:cNvSpPr>
            <a:spLocks noGrp="1" noRot="1" noChangeAspect="1" noChangeArrowheads="1" noTextEdit="1"/>
          </p:cNvSpPr>
          <p:nvPr>
            <p:ph type="sldImg"/>
          </p:nvPr>
        </p:nvSpPr>
        <p:spPr>
          <a:ln/>
        </p:spPr>
      </p:sp>
      <p:sp>
        <p:nvSpPr>
          <p:cNvPr id="1013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So we might say</a:t>
            </a:r>
          </a:p>
          <a:p>
            <a:pPr eaLnBrk="1" hangingPunct="1"/>
            <a:endParaRPr lang="en-US" altLang="en-US"/>
          </a:p>
          <a:p>
            <a:pPr eaLnBrk="1" hangingPunct="1"/>
            <a:r>
              <a:rPr lang="en-US" altLang="en-US"/>
              <a:t>Complex a, b, c;</a:t>
            </a:r>
          </a:p>
          <a:p>
            <a:pPr eaLnBrk="1" hangingPunct="1"/>
            <a:r>
              <a:rPr lang="en-US" altLang="en-US"/>
              <a:t>a.real = 1.0; a.imag = 2.0;</a:t>
            </a:r>
          </a:p>
          <a:p>
            <a:pPr eaLnBrk="1" hangingPunct="1"/>
            <a:r>
              <a:rPr lang="en-US" altLang="en-US"/>
              <a:t>b.real = 3.0; b.imag = 4.0;</a:t>
            </a:r>
          </a:p>
          <a:p>
            <a:pPr eaLnBrk="1" hangingPunct="1"/>
            <a:r>
              <a:rPr lang="en-US" altLang="en-US"/>
              <a:t>c = mult(a, b);</a:t>
            </a:r>
          </a:p>
          <a:p>
            <a:pPr eaLnBrk="1" hangingPunct="1"/>
            <a:endParaRPr lang="en-US" altLang="en-US"/>
          </a:p>
          <a:p>
            <a:pPr eaLnBrk="1" hangingPunct="1"/>
            <a:r>
              <a:rPr lang="en-US" altLang="en-US"/>
              <a:t>The big problem here is that the function name mult() can’t be used for any other purpose in the same program. It’s global function, tied to the Complex struct. We can do better.</a:t>
            </a:r>
          </a:p>
        </p:txBody>
      </p:sp>
    </p:spTree>
    <p:extLst>
      <p:ext uri="{BB962C8B-B14F-4D97-AF65-F5344CB8AC3E}">
        <p14:creationId xmlns:p14="http://schemas.microsoft.com/office/powerpoint/2010/main" val="666186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18298" indent="-276268">
              <a:defRPr>
                <a:solidFill>
                  <a:schemeClr val="tx1"/>
                </a:solidFill>
                <a:latin typeface="Tahoma" pitchFamily="34" charset="0"/>
              </a:defRPr>
            </a:lvl2pPr>
            <a:lvl3pPr marL="1105074" indent="-221015">
              <a:defRPr>
                <a:solidFill>
                  <a:schemeClr val="tx1"/>
                </a:solidFill>
                <a:latin typeface="Tahoma" pitchFamily="34" charset="0"/>
              </a:defRPr>
            </a:lvl3pPr>
            <a:lvl4pPr marL="1547104" indent="-221015">
              <a:defRPr>
                <a:solidFill>
                  <a:schemeClr val="tx1"/>
                </a:solidFill>
                <a:latin typeface="Tahoma" pitchFamily="34" charset="0"/>
              </a:defRPr>
            </a:lvl4pPr>
            <a:lvl5pPr marL="1989134" indent="-221015">
              <a:defRPr>
                <a:solidFill>
                  <a:schemeClr val="tx1"/>
                </a:solidFill>
                <a:latin typeface="Tahoma" pitchFamily="34" charset="0"/>
              </a:defRPr>
            </a:lvl5pPr>
            <a:lvl6pPr marL="2431164" indent="-221015" eaLnBrk="0" fontAlgn="base" hangingPunct="0">
              <a:spcBef>
                <a:spcPct val="0"/>
              </a:spcBef>
              <a:spcAft>
                <a:spcPct val="0"/>
              </a:spcAft>
              <a:defRPr>
                <a:solidFill>
                  <a:schemeClr val="tx1"/>
                </a:solidFill>
                <a:latin typeface="Tahoma" pitchFamily="34" charset="0"/>
              </a:defRPr>
            </a:lvl6pPr>
            <a:lvl7pPr marL="2873194" indent="-221015" eaLnBrk="0" fontAlgn="base" hangingPunct="0">
              <a:spcBef>
                <a:spcPct val="0"/>
              </a:spcBef>
              <a:spcAft>
                <a:spcPct val="0"/>
              </a:spcAft>
              <a:defRPr>
                <a:solidFill>
                  <a:schemeClr val="tx1"/>
                </a:solidFill>
                <a:latin typeface="Tahoma" pitchFamily="34" charset="0"/>
              </a:defRPr>
            </a:lvl7pPr>
            <a:lvl8pPr marL="3315223" indent="-221015" eaLnBrk="0" fontAlgn="base" hangingPunct="0">
              <a:spcBef>
                <a:spcPct val="0"/>
              </a:spcBef>
              <a:spcAft>
                <a:spcPct val="0"/>
              </a:spcAft>
              <a:defRPr>
                <a:solidFill>
                  <a:schemeClr val="tx1"/>
                </a:solidFill>
                <a:latin typeface="Tahoma" pitchFamily="34" charset="0"/>
              </a:defRPr>
            </a:lvl8pPr>
            <a:lvl9pPr marL="3757253" indent="-221015" eaLnBrk="0" fontAlgn="base" hangingPunct="0">
              <a:spcBef>
                <a:spcPct val="0"/>
              </a:spcBef>
              <a:spcAft>
                <a:spcPct val="0"/>
              </a:spcAft>
              <a:defRPr>
                <a:solidFill>
                  <a:schemeClr val="tx1"/>
                </a:solidFill>
                <a:latin typeface="Tahoma" pitchFamily="34" charset="0"/>
              </a:defRPr>
            </a:lvl9pPr>
          </a:lstStyle>
          <a:p>
            <a:fld id="{A864D773-F3DB-4982-BFFB-8CE73997DEA6}" type="slidenum">
              <a:rPr lang="en-US" altLang="en-US" smtClean="0">
                <a:latin typeface="Times New Roman" pitchFamily="18" charset="0"/>
              </a:rPr>
              <a:pPr/>
              <a:t>4</a:t>
            </a:fld>
            <a:endParaRPr lang="en-US" altLang="en-US">
              <a:latin typeface="Times New Roman" pitchFamily="18" charset="0"/>
            </a:endParaRPr>
          </a:p>
        </p:txBody>
      </p:sp>
      <p:sp>
        <p:nvSpPr>
          <p:cNvPr id="101379" name="Rectangle 2"/>
          <p:cNvSpPr>
            <a:spLocks noGrp="1" noRot="1" noChangeAspect="1" noChangeArrowheads="1" noTextEdit="1"/>
          </p:cNvSpPr>
          <p:nvPr>
            <p:ph type="sldImg"/>
          </p:nvPr>
        </p:nvSpPr>
        <p:spPr>
          <a:ln/>
        </p:spPr>
      </p:sp>
      <p:sp>
        <p:nvSpPr>
          <p:cNvPr id="1013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So we might say</a:t>
            </a:r>
          </a:p>
          <a:p>
            <a:pPr eaLnBrk="1" hangingPunct="1"/>
            <a:endParaRPr lang="en-US" altLang="en-US"/>
          </a:p>
          <a:p>
            <a:pPr eaLnBrk="1" hangingPunct="1"/>
            <a:r>
              <a:rPr lang="en-US" altLang="en-US"/>
              <a:t>Complex a, b, c;</a:t>
            </a:r>
          </a:p>
          <a:p>
            <a:pPr eaLnBrk="1" hangingPunct="1"/>
            <a:r>
              <a:rPr lang="en-US" altLang="en-US"/>
              <a:t>a.real = 1.0; a.imag = 2.0;</a:t>
            </a:r>
          </a:p>
          <a:p>
            <a:pPr eaLnBrk="1" hangingPunct="1"/>
            <a:r>
              <a:rPr lang="en-US" altLang="en-US"/>
              <a:t>b.real = 3.0; b.imag = 4.0;</a:t>
            </a:r>
          </a:p>
          <a:p>
            <a:pPr eaLnBrk="1" hangingPunct="1"/>
            <a:r>
              <a:rPr lang="en-US" altLang="en-US"/>
              <a:t>c = mult(a, b);</a:t>
            </a:r>
          </a:p>
          <a:p>
            <a:pPr eaLnBrk="1" hangingPunct="1"/>
            <a:endParaRPr lang="en-US" altLang="en-US"/>
          </a:p>
          <a:p>
            <a:pPr eaLnBrk="1" hangingPunct="1"/>
            <a:r>
              <a:rPr lang="en-US" altLang="en-US"/>
              <a:t>The big problem here is that the function name mult() can’t be used for any other purpose in the same program. It’s global function, tied to the Complex struct. We can do better.</a:t>
            </a:r>
          </a:p>
        </p:txBody>
      </p:sp>
    </p:spTree>
    <p:extLst>
      <p:ext uri="{BB962C8B-B14F-4D97-AF65-F5344CB8AC3E}">
        <p14:creationId xmlns:p14="http://schemas.microsoft.com/office/powerpoint/2010/main" val="30879244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18298" indent="-276268">
              <a:defRPr>
                <a:solidFill>
                  <a:schemeClr val="tx1"/>
                </a:solidFill>
                <a:latin typeface="Tahoma" pitchFamily="34" charset="0"/>
              </a:defRPr>
            </a:lvl2pPr>
            <a:lvl3pPr marL="1105074" indent="-221015">
              <a:defRPr>
                <a:solidFill>
                  <a:schemeClr val="tx1"/>
                </a:solidFill>
                <a:latin typeface="Tahoma" pitchFamily="34" charset="0"/>
              </a:defRPr>
            </a:lvl3pPr>
            <a:lvl4pPr marL="1547104" indent="-221015">
              <a:defRPr>
                <a:solidFill>
                  <a:schemeClr val="tx1"/>
                </a:solidFill>
                <a:latin typeface="Tahoma" pitchFamily="34" charset="0"/>
              </a:defRPr>
            </a:lvl4pPr>
            <a:lvl5pPr marL="1989134" indent="-221015">
              <a:defRPr>
                <a:solidFill>
                  <a:schemeClr val="tx1"/>
                </a:solidFill>
                <a:latin typeface="Tahoma" pitchFamily="34" charset="0"/>
              </a:defRPr>
            </a:lvl5pPr>
            <a:lvl6pPr marL="2431164" indent="-221015" eaLnBrk="0" fontAlgn="base" hangingPunct="0">
              <a:spcBef>
                <a:spcPct val="0"/>
              </a:spcBef>
              <a:spcAft>
                <a:spcPct val="0"/>
              </a:spcAft>
              <a:defRPr>
                <a:solidFill>
                  <a:schemeClr val="tx1"/>
                </a:solidFill>
                <a:latin typeface="Tahoma" pitchFamily="34" charset="0"/>
              </a:defRPr>
            </a:lvl6pPr>
            <a:lvl7pPr marL="2873194" indent="-221015" eaLnBrk="0" fontAlgn="base" hangingPunct="0">
              <a:spcBef>
                <a:spcPct val="0"/>
              </a:spcBef>
              <a:spcAft>
                <a:spcPct val="0"/>
              </a:spcAft>
              <a:defRPr>
                <a:solidFill>
                  <a:schemeClr val="tx1"/>
                </a:solidFill>
                <a:latin typeface="Tahoma" pitchFamily="34" charset="0"/>
              </a:defRPr>
            </a:lvl7pPr>
            <a:lvl8pPr marL="3315223" indent="-221015" eaLnBrk="0" fontAlgn="base" hangingPunct="0">
              <a:spcBef>
                <a:spcPct val="0"/>
              </a:spcBef>
              <a:spcAft>
                <a:spcPct val="0"/>
              </a:spcAft>
              <a:defRPr>
                <a:solidFill>
                  <a:schemeClr val="tx1"/>
                </a:solidFill>
                <a:latin typeface="Tahoma" pitchFamily="34" charset="0"/>
              </a:defRPr>
            </a:lvl8pPr>
            <a:lvl9pPr marL="3757253" indent="-221015" eaLnBrk="0" fontAlgn="base" hangingPunct="0">
              <a:spcBef>
                <a:spcPct val="0"/>
              </a:spcBef>
              <a:spcAft>
                <a:spcPct val="0"/>
              </a:spcAft>
              <a:defRPr>
                <a:solidFill>
                  <a:schemeClr val="tx1"/>
                </a:solidFill>
                <a:latin typeface="Tahoma" pitchFamily="34" charset="0"/>
              </a:defRPr>
            </a:lvl9pPr>
          </a:lstStyle>
          <a:p>
            <a:fld id="{A864D773-F3DB-4982-BFFB-8CE73997DEA6}" type="slidenum">
              <a:rPr lang="en-US" altLang="en-US" smtClean="0">
                <a:latin typeface="Times New Roman" pitchFamily="18" charset="0"/>
              </a:rPr>
              <a:pPr/>
              <a:t>5</a:t>
            </a:fld>
            <a:endParaRPr lang="en-US" altLang="en-US">
              <a:latin typeface="Times New Roman" pitchFamily="18" charset="0"/>
            </a:endParaRPr>
          </a:p>
        </p:txBody>
      </p:sp>
      <p:sp>
        <p:nvSpPr>
          <p:cNvPr id="101379" name="Rectangle 2"/>
          <p:cNvSpPr>
            <a:spLocks noGrp="1" noRot="1" noChangeAspect="1" noChangeArrowheads="1" noTextEdit="1"/>
          </p:cNvSpPr>
          <p:nvPr>
            <p:ph type="sldImg"/>
          </p:nvPr>
        </p:nvSpPr>
        <p:spPr>
          <a:ln/>
        </p:spPr>
      </p:sp>
      <p:sp>
        <p:nvSpPr>
          <p:cNvPr id="1013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So we might say</a:t>
            </a:r>
          </a:p>
          <a:p>
            <a:pPr eaLnBrk="1" hangingPunct="1"/>
            <a:endParaRPr lang="en-US" altLang="en-US"/>
          </a:p>
          <a:p>
            <a:pPr eaLnBrk="1" hangingPunct="1"/>
            <a:r>
              <a:rPr lang="en-US" altLang="en-US"/>
              <a:t>Complex a, b, c;</a:t>
            </a:r>
          </a:p>
          <a:p>
            <a:pPr eaLnBrk="1" hangingPunct="1"/>
            <a:r>
              <a:rPr lang="en-US" altLang="en-US"/>
              <a:t>a.real = 1.0; a.imag = 2.0;</a:t>
            </a:r>
          </a:p>
          <a:p>
            <a:pPr eaLnBrk="1" hangingPunct="1"/>
            <a:r>
              <a:rPr lang="en-US" altLang="en-US"/>
              <a:t>b.real = 3.0; b.imag = 4.0;</a:t>
            </a:r>
          </a:p>
          <a:p>
            <a:pPr eaLnBrk="1" hangingPunct="1"/>
            <a:r>
              <a:rPr lang="en-US" altLang="en-US"/>
              <a:t>c = mult(a, b);</a:t>
            </a:r>
          </a:p>
          <a:p>
            <a:pPr eaLnBrk="1" hangingPunct="1"/>
            <a:endParaRPr lang="en-US" altLang="en-US"/>
          </a:p>
          <a:p>
            <a:pPr eaLnBrk="1" hangingPunct="1"/>
            <a:r>
              <a:rPr lang="en-US" altLang="en-US"/>
              <a:t>The big problem here is that the function name mult() can’t be used for any other purpose in the same program. It’s global function, tied to the Complex struct. We can do better.</a:t>
            </a:r>
          </a:p>
        </p:txBody>
      </p:sp>
    </p:spTree>
    <p:extLst>
      <p:ext uri="{BB962C8B-B14F-4D97-AF65-F5344CB8AC3E}">
        <p14:creationId xmlns:p14="http://schemas.microsoft.com/office/powerpoint/2010/main" val="27624911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18298" indent="-276268">
              <a:defRPr>
                <a:solidFill>
                  <a:schemeClr val="tx1"/>
                </a:solidFill>
                <a:latin typeface="Tahoma" pitchFamily="34" charset="0"/>
              </a:defRPr>
            </a:lvl2pPr>
            <a:lvl3pPr marL="1105074" indent="-221015">
              <a:defRPr>
                <a:solidFill>
                  <a:schemeClr val="tx1"/>
                </a:solidFill>
                <a:latin typeface="Tahoma" pitchFamily="34" charset="0"/>
              </a:defRPr>
            </a:lvl3pPr>
            <a:lvl4pPr marL="1547104" indent="-221015">
              <a:defRPr>
                <a:solidFill>
                  <a:schemeClr val="tx1"/>
                </a:solidFill>
                <a:latin typeface="Tahoma" pitchFamily="34" charset="0"/>
              </a:defRPr>
            </a:lvl4pPr>
            <a:lvl5pPr marL="1989134" indent="-221015">
              <a:defRPr>
                <a:solidFill>
                  <a:schemeClr val="tx1"/>
                </a:solidFill>
                <a:latin typeface="Tahoma" pitchFamily="34" charset="0"/>
              </a:defRPr>
            </a:lvl5pPr>
            <a:lvl6pPr marL="2431164" indent="-221015" eaLnBrk="0" fontAlgn="base" hangingPunct="0">
              <a:spcBef>
                <a:spcPct val="0"/>
              </a:spcBef>
              <a:spcAft>
                <a:spcPct val="0"/>
              </a:spcAft>
              <a:defRPr>
                <a:solidFill>
                  <a:schemeClr val="tx1"/>
                </a:solidFill>
                <a:latin typeface="Tahoma" pitchFamily="34" charset="0"/>
              </a:defRPr>
            </a:lvl6pPr>
            <a:lvl7pPr marL="2873194" indent="-221015" eaLnBrk="0" fontAlgn="base" hangingPunct="0">
              <a:spcBef>
                <a:spcPct val="0"/>
              </a:spcBef>
              <a:spcAft>
                <a:spcPct val="0"/>
              </a:spcAft>
              <a:defRPr>
                <a:solidFill>
                  <a:schemeClr val="tx1"/>
                </a:solidFill>
                <a:latin typeface="Tahoma" pitchFamily="34" charset="0"/>
              </a:defRPr>
            </a:lvl7pPr>
            <a:lvl8pPr marL="3315223" indent="-221015" eaLnBrk="0" fontAlgn="base" hangingPunct="0">
              <a:spcBef>
                <a:spcPct val="0"/>
              </a:spcBef>
              <a:spcAft>
                <a:spcPct val="0"/>
              </a:spcAft>
              <a:defRPr>
                <a:solidFill>
                  <a:schemeClr val="tx1"/>
                </a:solidFill>
                <a:latin typeface="Tahoma" pitchFamily="34" charset="0"/>
              </a:defRPr>
            </a:lvl8pPr>
            <a:lvl9pPr marL="3757253" indent="-221015" eaLnBrk="0" fontAlgn="base" hangingPunct="0">
              <a:spcBef>
                <a:spcPct val="0"/>
              </a:spcBef>
              <a:spcAft>
                <a:spcPct val="0"/>
              </a:spcAft>
              <a:defRPr>
                <a:solidFill>
                  <a:schemeClr val="tx1"/>
                </a:solidFill>
                <a:latin typeface="Tahoma" pitchFamily="34" charset="0"/>
              </a:defRPr>
            </a:lvl9pPr>
          </a:lstStyle>
          <a:p>
            <a:fld id="{A864D773-F3DB-4982-BFFB-8CE73997DEA6}" type="slidenum">
              <a:rPr lang="en-US" altLang="en-US" smtClean="0">
                <a:latin typeface="Times New Roman" pitchFamily="18" charset="0"/>
              </a:rPr>
              <a:pPr/>
              <a:t>6</a:t>
            </a:fld>
            <a:endParaRPr lang="en-US" altLang="en-US">
              <a:latin typeface="Times New Roman" pitchFamily="18" charset="0"/>
            </a:endParaRPr>
          </a:p>
        </p:txBody>
      </p:sp>
      <p:sp>
        <p:nvSpPr>
          <p:cNvPr id="101379" name="Rectangle 2"/>
          <p:cNvSpPr>
            <a:spLocks noGrp="1" noRot="1" noChangeAspect="1" noChangeArrowheads="1" noTextEdit="1"/>
          </p:cNvSpPr>
          <p:nvPr>
            <p:ph type="sldImg"/>
          </p:nvPr>
        </p:nvSpPr>
        <p:spPr>
          <a:ln/>
        </p:spPr>
      </p:sp>
      <p:sp>
        <p:nvSpPr>
          <p:cNvPr id="1013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So we might say</a:t>
            </a:r>
          </a:p>
          <a:p>
            <a:pPr eaLnBrk="1" hangingPunct="1"/>
            <a:endParaRPr lang="en-US" altLang="en-US"/>
          </a:p>
          <a:p>
            <a:pPr eaLnBrk="1" hangingPunct="1"/>
            <a:r>
              <a:rPr lang="en-US" altLang="en-US"/>
              <a:t>Complex a, b, c;</a:t>
            </a:r>
          </a:p>
          <a:p>
            <a:pPr eaLnBrk="1" hangingPunct="1"/>
            <a:r>
              <a:rPr lang="en-US" altLang="en-US"/>
              <a:t>a.real = 1.0; a.imag = 2.0;</a:t>
            </a:r>
          </a:p>
          <a:p>
            <a:pPr eaLnBrk="1" hangingPunct="1"/>
            <a:r>
              <a:rPr lang="en-US" altLang="en-US"/>
              <a:t>b.real = 3.0; b.imag = 4.0;</a:t>
            </a:r>
          </a:p>
          <a:p>
            <a:pPr eaLnBrk="1" hangingPunct="1"/>
            <a:r>
              <a:rPr lang="en-US" altLang="en-US"/>
              <a:t>c = mult(a, b);</a:t>
            </a:r>
          </a:p>
          <a:p>
            <a:pPr eaLnBrk="1" hangingPunct="1"/>
            <a:endParaRPr lang="en-US" altLang="en-US"/>
          </a:p>
          <a:p>
            <a:pPr eaLnBrk="1" hangingPunct="1"/>
            <a:r>
              <a:rPr lang="en-US" altLang="en-US"/>
              <a:t>The big problem here is that the function name mult() can’t be used for any other purpose in the same program. It’s global function, tied to the Complex struct. We can do better.</a:t>
            </a:r>
          </a:p>
        </p:txBody>
      </p:sp>
    </p:spTree>
    <p:extLst>
      <p:ext uri="{BB962C8B-B14F-4D97-AF65-F5344CB8AC3E}">
        <p14:creationId xmlns:p14="http://schemas.microsoft.com/office/powerpoint/2010/main" val="39342447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18298" indent="-276268">
              <a:defRPr>
                <a:solidFill>
                  <a:schemeClr val="tx1"/>
                </a:solidFill>
                <a:latin typeface="Tahoma" pitchFamily="34" charset="0"/>
              </a:defRPr>
            </a:lvl2pPr>
            <a:lvl3pPr marL="1105074" indent="-221015">
              <a:defRPr>
                <a:solidFill>
                  <a:schemeClr val="tx1"/>
                </a:solidFill>
                <a:latin typeface="Tahoma" pitchFamily="34" charset="0"/>
              </a:defRPr>
            </a:lvl3pPr>
            <a:lvl4pPr marL="1547104" indent="-221015">
              <a:defRPr>
                <a:solidFill>
                  <a:schemeClr val="tx1"/>
                </a:solidFill>
                <a:latin typeface="Tahoma" pitchFamily="34" charset="0"/>
              </a:defRPr>
            </a:lvl4pPr>
            <a:lvl5pPr marL="1989134" indent="-221015">
              <a:defRPr>
                <a:solidFill>
                  <a:schemeClr val="tx1"/>
                </a:solidFill>
                <a:latin typeface="Tahoma" pitchFamily="34" charset="0"/>
              </a:defRPr>
            </a:lvl5pPr>
            <a:lvl6pPr marL="2431164" indent="-221015" eaLnBrk="0" fontAlgn="base" hangingPunct="0">
              <a:spcBef>
                <a:spcPct val="0"/>
              </a:spcBef>
              <a:spcAft>
                <a:spcPct val="0"/>
              </a:spcAft>
              <a:defRPr>
                <a:solidFill>
                  <a:schemeClr val="tx1"/>
                </a:solidFill>
                <a:latin typeface="Tahoma" pitchFamily="34" charset="0"/>
              </a:defRPr>
            </a:lvl6pPr>
            <a:lvl7pPr marL="2873194" indent="-221015" eaLnBrk="0" fontAlgn="base" hangingPunct="0">
              <a:spcBef>
                <a:spcPct val="0"/>
              </a:spcBef>
              <a:spcAft>
                <a:spcPct val="0"/>
              </a:spcAft>
              <a:defRPr>
                <a:solidFill>
                  <a:schemeClr val="tx1"/>
                </a:solidFill>
                <a:latin typeface="Tahoma" pitchFamily="34" charset="0"/>
              </a:defRPr>
            </a:lvl7pPr>
            <a:lvl8pPr marL="3315223" indent="-221015" eaLnBrk="0" fontAlgn="base" hangingPunct="0">
              <a:spcBef>
                <a:spcPct val="0"/>
              </a:spcBef>
              <a:spcAft>
                <a:spcPct val="0"/>
              </a:spcAft>
              <a:defRPr>
                <a:solidFill>
                  <a:schemeClr val="tx1"/>
                </a:solidFill>
                <a:latin typeface="Tahoma" pitchFamily="34" charset="0"/>
              </a:defRPr>
            </a:lvl8pPr>
            <a:lvl9pPr marL="3757253" indent="-221015" eaLnBrk="0" fontAlgn="base" hangingPunct="0">
              <a:spcBef>
                <a:spcPct val="0"/>
              </a:spcBef>
              <a:spcAft>
                <a:spcPct val="0"/>
              </a:spcAft>
              <a:defRPr>
                <a:solidFill>
                  <a:schemeClr val="tx1"/>
                </a:solidFill>
                <a:latin typeface="Tahoma" pitchFamily="34" charset="0"/>
              </a:defRPr>
            </a:lvl9pPr>
          </a:lstStyle>
          <a:p>
            <a:fld id="{A864D773-F3DB-4982-BFFB-8CE73997DEA6}" type="slidenum">
              <a:rPr lang="en-US" altLang="en-US" smtClean="0">
                <a:latin typeface="Times New Roman" pitchFamily="18" charset="0"/>
              </a:rPr>
              <a:pPr/>
              <a:t>7</a:t>
            </a:fld>
            <a:endParaRPr lang="en-US" altLang="en-US">
              <a:latin typeface="Times New Roman" pitchFamily="18" charset="0"/>
            </a:endParaRPr>
          </a:p>
        </p:txBody>
      </p:sp>
      <p:sp>
        <p:nvSpPr>
          <p:cNvPr id="101379" name="Rectangle 2"/>
          <p:cNvSpPr>
            <a:spLocks noGrp="1" noRot="1" noChangeAspect="1" noChangeArrowheads="1" noTextEdit="1"/>
          </p:cNvSpPr>
          <p:nvPr>
            <p:ph type="sldImg"/>
          </p:nvPr>
        </p:nvSpPr>
        <p:spPr>
          <a:ln/>
        </p:spPr>
      </p:sp>
      <p:sp>
        <p:nvSpPr>
          <p:cNvPr id="1013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So we might say</a:t>
            </a:r>
          </a:p>
          <a:p>
            <a:pPr eaLnBrk="1" hangingPunct="1"/>
            <a:endParaRPr lang="en-US" altLang="en-US"/>
          </a:p>
          <a:p>
            <a:pPr eaLnBrk="1" hangingPunct="1"/>
            <a:r>
              <a:rPr lang="en-US" altLang="en-US"/>
              <a:t>Complex a, b, c;</a:t>
            </a:r>
          </a:p>
          <a:p>
            <a:pPr eaLnBrk="1" hangingPunct="1"/>
            <a:r>
              <a:rPr lang="en-US" altLang="en-US"/>
              <a:t>a.real = 1.0; a.imag = 2.0;</a:t>
            </a:r>
          </a:p>
          <a:p>
            <a:pPr eaLnBrk="1" hangingPunct="1"/>
            <a:r>
              <a:rPr lang="en-US" altLang="en-US"/>
              <a:t>b.real = 3.0; b.imag = 4.0;</a:t>
            </a:r>
          </a:p>
          <a:p>
            <a:pPr eaLnBrk="1" hangingPunct="1"/>
            <a:r>
              <a:rPr lang="en-US" altLang="en-US"/>
              <a:t>c = mult(a, b);</a:t>
            </a:r>
          </a:p>
          <a:p>
            <a:pPr eaLnBrk="1" hangingPunct="1"/>
            <a:endParaRPr lang="en-US" altLang="en-US"/>
          </a:p>
          <a:p>
            <a:pPr eaLnBrk="1" hangingPunct="1"/>
            <a:r>
              <a:rPr lang="en-US" altLang="en-US"/>
              <a:t>The big problem here is that the function name mult() can’t be used for any other purpose in the same program. It’s global function, tied to the Complex struct. We can do better.</a:t>
            </a:r>
          </a:p>
        </p:txBody>
      </p:sp>
    </p:spTree>
    <p:extLst>
      <p:ext uri="{BB962C8B-B14F-4D97-AF65-F5344CB8AC3E}">
        <p14:creationId xmlns:p14="http://schemas.microsoft.com/office/powerpoint/2010/main" val="39970364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18298" indent="-276268">
              <a:defRPr>
                <a:solidFill>
                  <a:schemeClr val="tx1"/>
                </a:solidFill>
                <a:latin typeface="Tahoma" pitchFamily="34" charset="0"/>
              </a:defRPr>
            </a:lvl2pPr>
            <a:lvl3pPr marL="1105074" indent="-221015">
              <a:defRPr>
                <a:solidFill>
                  <a:schemeClr val="tx1"/>
                </a:solidFill>
                <a:latin typeface="Tahoma" pitchFamily="34" charset="0"/>
              </a:defRPr>
            </a:lvl3pPr>
            <a:lvl4pPr marL="1547104" indent="-221015">
              <a:defRPr>
                <a:solidFill>
                  <a:schemeClr val="tx1"/>
                </a:solidFill>
                <a:latin typeface="Tahoma" pitchFamily="34" charset="0"/>
              </a:defRPr>
            </a:lvl4pPr>
            <a:lvl5pPr marL="1989134" indent="-221015">
              <a:defRPr>
                <a:solidFill>
                  <a:schemeClr val="tx1"/>
                </a:solidFill>
                <a:latin typeface="Tahoma" pitchFamily="34" charset="0"/>
              </a:defRPr>
            </a:lvl5pPr>
            <a:lvl6pPr marL="2431164" indent="-221015" eaLnBrk="0" fontAlgn="base" hangingPunct="0">
              <a:spcBef>
                <a:spcPct val="0"/>
              </a:spcBef>
              <a:spcAft>
                <a:spcPct val="0"/>
              </a:spcAft>
              <a:defRPr>
                <a:solidFill>
                  <a:schemeClr val="tx1"/>
                </a:solidFill>
                <a:latin typeface="Tahoma" pitchFamily="34" charset="0"/>
              </a:defRPr>
            </a:lvl6pPr>
            <a:lvl7pPr marL="2873194" indent="-221015" eaLnBrk="0" fontAlgn="base" hangingPunct="0">
              <a:spcBef>
                <a:spcPct val="0"/>
              </a:spcBef>
              <a:spcAft>
                <a:spcPct val="0"/>
              </a:spcAft>
              <a:defRPr>
                <a:solidFill>
                  <a:schemeClr val="tx1"/>
                </a:solidFill>
                <a:latin typeface="Tahoma" pitchFamily="34" charset="0"/>
              </a:defRPr>
            </a:lvl7pPr>
            <a:lvl8pPr marL="3315223" indent="-221015" eaLnBrk="0" fontAlgn="base" hangingPunct="0">
              <a:spcBef>
                <a:spcPct val="0"/>
              </a:spcBef>
              <a:spcAft>
                <a:spcPct val="0"/>
              </a:spcAft>
              <a:defRPr>
                <a:solidFill>
                  <a:schemeClr val="tx1"/>
                </a:solidFill>
                <a:latin typeface="Tahoma" pitchFamily="34" charset="0"/>
              </a:defRPr>
            </a:lvl8pPr>
            <a:lvl9pPr marL="3757253" indent="-221015" eaLnBrk="0" fontAlgn="base" hangingPunct="0">
              <a:spcBef>
                <a:spcPct val="0"/>
              </a:spcBef>
              <a:spcAft>
                <a:spcPct val="0"/>
              </a:spcAft>
              <a:defRPr>
                <a:solidFill>
                  <a:schemeClr val="tx1"/>
                </a:solidFill>
                <a:latin typeface="Tahoma" pitchFamily="34" charset="0"/>
              </a:defRPr>
            </a:lvl9pPr>
          </a:lstStyle>
          <a:p>
            <a:fld id="{A864D773-F3DB-4982-BFFB-8CE73997DEA6}" type="slidenum">
              <a:rPr lang="en-US" altLang="en-US" smtClean="0">
                <a:latin typeface="Times New Roman" pitchFamily="18" charset="0"/>
              </a:rPr>
              <a:pPr/>
              <a:t>8</a:t>
            </a:fld>
            <a:endParaRPr lang="en-US" altLang="en-US">
              <a:latin typeface="Times New Roman" pitchFamily="18" charset="0"/>
            </a:endParaRPr>
          </a:p>
        </p:txBody>
      </p:sp>
      <p:sp>
        <p:nvSpPr>
          <p:cNvPr id="101379" name="Rectangle 2"/>
          <p:cNvSpPr>
            <a:spLocks noGrp="1" noRot="1" noChangeAspect="1" noChangeArrowheads="1" noTextEdit="1"/>
          </p:cNvSpPr>
          <p:nvPr>
            <p:ph type="sldImg"/>
          </p:nvPr>
        </p:nvSpPr>
        <p:spPr>
          <a:ln/>
        </p:spPr>
      </p:sp>
      <p:sp>
        <p:nvSpPr>
          <p:cNvPr id="1013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So we might say</a:t>
            </a:r>
          </a:p>
          <a:p>
            <a:pPr eaLnBrk="1" hangingPunct="1"/>
            <a:endParaRPr lang="en-US" altLang="en-US"/>
          </a:p>
          <a:p>
            <a:pPr eaLnBrk="1" hangingPunct="1"/>
            <a:r>
              <a:rPr lang="en-US" altLang="en-US"/>
              <a:t>Complex a, b, c;</a:t>
            </a:r>
          </a:p>
          <a:p>
            <a:pPr eaLnBrk="1" hangingPunct="1"/>
            <a:r>
              <a:rPr lang="en-US" altLang="en-US"/>
              <a:t>a.real = 1.0; a.imag = 2.0;</a:t>
            </a:r>
          </a:p>
          <a:p>
            <a:pPr eaLnBrk="1" hangingPunct="1"/>
            <a:r>
              <a:rPr lang="en-US" altLang="en-US"/>
              <a:t>b.real = 3.0; b.imag = 4.0;</a:t>
            </a:r>
          </a:p>
          <a:p>
            <a:pPr eaLnBrk="1" hangingPunct="1"/>
            <a:r>
              <a:rPr lang="en-US" altLang="en-US"/>
              <a:t>c = mult(a, b);</a:t>
            </a:r>
          </a:p>
          <a:p>
            <a:pPr eaLnBrk="1" hangingPunct="1"/>
            <a:endParaRPr lang="en-US" altLang="en-US"/>
          </a:p>
          <a:p>
            <a:pPr eaLnBrk="1" hangingPunct="1"/>
            <a:r>
              <a:rPr lang="en-US" altLang="en-US"/>
              <a:t>The big problem here is that the function name mult() can’t be used for any other purpose in the same program. It’s global function, tied to the Complex struct. We can do better.</a:t>
            </a:r>
          </a:p>
        </p:txBody>
      </p:sp>
    </p:spTree>
    <p:extLst>
      <p:ext uri="{BB962C8B-B14F-4D97-AF65-F5344CB8AC3E}">
        <p14:creationId xmlns:p14="http://schemas.microsoft.com/office/powerpoint/2010/main" val="42549346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18298" indent="-276268">
              <a:defRPr>
                <a:solidFill>
                  <a:schemeClr val="tx1"/>
                </a:solidFill>
                <a:latin typeface="Tahoma" pitchFamily="34" charset="0"/>
              </a:defRPr>
            </a:lvl2pPr>
            <a:lvl3pPr marL="1105074" indent="-221015">
              <a:defRPr>
                <a:solidFill>
                  <a:schemeClr val="tx1"/>
                </a:solidFill>
                <a:latin typeface="Tahoma" pitchFamily="34" charset="0"/>
              </a:defRPr>
            </a:lvl3pPr>
            <a:lvl4pPr marL="1547104" indent="-221015">
              <a:defRPr>
                <a:solidFill>
                  <a:schemeClr val="tx1"/>
                </a:solidFill>
                <a:latin typeface="Tahoma" pitchFamily="34" charset="0"/>
              </a:defRPr>
            </a:lvl4pPr>
            <a:lvl5pPr marL="1989134" indent="-221015">
              <a:defRPr>
                <a:solidFill>
                  <a:schemeClr val="tx1"/>
                </a:solidFill>
                <a:latin typeface="Tahoma" pitchFamily="34" charset="0"/>
              </a:defRPr>
            </a:lvl5pPr>
            <a:lvl6pPr marL="2431164" indent="-221015" eaLnBrk="0" fontAlgn="base" hangingPunct="0">
              <a:spcBef>
                <a:spcPct val="0"/>
              </a:spcBef>
              <a:spcAft>
                <a:spcPct val="0"/>
              </a:spcAft>
              <a:defRPr>
                <a:solidFill>
                  <a:schemeClr val="tx1"/>
                </a:solidFill>
                <a:latin typeface="Tahoma" pitchFamily="34" charset="0"/>
              </a:defRPr>
            </a:lvl6pPr>
            <a:lvl7pPr marL="2873194" indent="-221015" eaLnBrk="0" fontAlgn="base" hangingPunct="0">
              <a:spcBef>
                <a:spcPct val="0"/>
              </a:spcBef>
              <a:spcAft>
                <a:spcPct val="0"/>
              </a:spcAft>
              <a:defRPr>
                <a:solidFill>
                  <a:schemeClr val="tx1"/>
                </a:solidFill>
                <a:latin typeface="Tahoma" pitchFamily="34" charset="0"/>
              </a:defRPr>
            </a:lvl7pPr>
            <a:lvl8pPr marL="3315223" indent="-221015" eaLnBrk="0" fontAlgn="base" hangingPunct="0">
              <a:spcBef>
                <a:spcPct val="0"/>
              </a:spcBef>
              <a:spcAft>
                <a:spcPct val="0"/>
              </a:spcAft>
              <a:defRPr>
                <a:solidFill>
                  <a:schemeClr val="tx1"/>
                </a:solidFill>
                <a:latin typeface="Tahoma" pitchFamily="34" charset="0"/>
              </a:defRPr>
            </a:lvl8pPr>
            <a:lvl9pPr marL="3757253" indent="-221015" eaLnBrk="0" fontAlgn="base" hangingPunct="0">
              <a:spcBef>
                <a:spcPct val="0"/>
              </a:spcBef>
              <a:spcAft>
                <a:spcPct val="0"/>
              </a:spcAft>
              <a:defRPr>
                <a:solidFill>
                  <a:schemeClr val="tx1"/>
                </a:solidFill>
                <a:latin typeface="Tahoma" pitchFamily="34" charset="0"/>
              </a:defRPr>
            </a:lvl9pPr>
          </a:lstStyle>
          <a:p>
            <a:fld id="{A864D773-F3DB-4982-BFFB-8CE73997DEA6}" type="slidenum">
              <a:rPr lang="en-US" altLang="en-US" smtClean="0">
                <a:latin typeface="Times New Roman" pitchFamily="18" charset="0"/>
              </a:rPr>
              <a:pPr/>
              <a:t>9</a:t>
            </a:fld>
            <a:endParaRPr lang="en-US" altLang="en-US">
              <a:latin typeface="Times New Roman" pitchFamily="18" charset="0"/>
            </a:endParaRPr>
          </a:p>
        </p:txBody>
      </p:sp>
      <p:sp>
        <p:nvSpPr>
          <p:cNvPr id="101379" name="Rectangle 2"/>
          <p:cNvSpPr>
            <a:spLocks noGrp="1" noRot="1" noChangeAspect="1" noChangeArrowheads="1" noTextEdit="1"/>
          </p:cNvSpPr>
          <p:nvPr>
            <p:ph type="sldImg"/>
          </p:nvPr>
        </p:nvSpPr>
        <p:spPr>
          <a:ln/>
        </p:spPr>
      </p:sp>
      <p:sp>
        <p:nvSpPr>
          <p:cNvPr id="1013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So we might say</a:t>
            </a:r>
          </a:p>
          <a:p>
            <a:pPr eaLnBrk="1" hangingPunct="1"/>
            <a:endParaRPr lang="en-US" altLang="en-US"/>
          </a:p>
          <a:p>
            <a:pPr eaLnBrk="1" hangingPunct="1"/>
            <a:r>
              <a:rPr lang="en-US" altLang="en-US"/>
              <a:t>Complex a, b, c;</a:t>
            </a:r>
          </a:p>
          <a:p>
            <a:pPr eaLnBrk="1" hangingPunct="1"/>
            <a:r>
              <a:rPr lang="en-US" altLang="en-US"/>
              <a:t>a.real = 1.0; a.imag = 2.0;</a:t>
            </a:r>
          </a:p>
          <a:p>
            <a:pPr eaLnBrk="1" hangingPunct="1"/>
            <a:r>
              <a:rPr lang="en-US" altLang="en-US"/>
              <a:t>b.real = 3.0; b.imag = 4.0;</a:t>
            </a:r>
          </a:p>
          <a:p>
            <a:pPr eaLnBrk="1" hangingPunct="1"/>
            <a:r>
              <a:rPr lang="en-US" altLang="en-US"/>
              <a:t>c = mult(a, b);</a:t>
            </a:r>
          </a:p>
          <a:p>
            <a:pPr eaLnBrk="1" hangingPunct="1"/>
            <a:endParaRPr lang="en-US" altLang="en-US"/>
          </a:p>
          <a:p>
            <a:pPr eaLnBrk="1" hangingPunct="1"/>
            <a:r>
              <a:rPr lang="en-US" altLang="en-US"/>
              <a:t>The big problem here is that the function name mult() can’t be used for any other purpose in the same program. It’s global function, tied to the Complex struct. We can do better.</a:t>
            </a:r>
          </a:p>
        </p:txBody>
      </p:sp>
    </p:spTree>
    <p:extLst>
      <p:ext uri="{BB962C8B-B14F-4D97-AF65-F5344CB8AC3E}">
        <p14:creationId xmlns:p14="http://schemas.microsoft.com/office/powerpoint/2010/main" val="26874395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18298" indent="-276268">
              <a:defRPr>
                <a:solidFill>
                  <a:schemeClr val="tx1"/>
                </a:solidFill>
                <a:latin typeface="Tahoma" pitchFamily="34" charset="0"/>
              </a:defRPr>
            </a:lvl2pPr>
            <a:lvl3pPr marL="1105074" indent="-221015">
              <a:defRPr>
                <a:solidFill>
                  <a:schemeClr val="tx1"/>
                </a:solidFill>
                <a:latin typeface="Tahoma" pitchFamily="34" charset="0"/>
              </a:defRPr>
            </a:lvl3pPr>
            <a:lvl4pPr marL="1547104" indent="-221015">
              <a:defRPr>
                <a:solidFill>
                  <a:schemeClr val="tx1"/>
                </a:solidFill>
                <a:latin typeface="Tahoma" pitchFamily="34" charset="0"/>
              </a:defRPr>
            </a:lvl4pPr>
            <a:lvl5pPr marL="1989134" indent="-221015">
              <a:defRPr>
                <a:solidFill>
                  <a:schemeClr val="tx1"/>
                </a:solidFill>
                <a:latin typeface="Tahoma" pitchFamily="34" charset="0"/>
              </a:defRPr>
            </a:lvl5pPr>
            <a:lvl6pPr marL="2431164" indent="-221015" eaLnBrk="0" fontAlgn="base" hangingPunct="0">
              <a:spcBef>
                <a:spcPct val="0"/>
              </a:spcBef>
              <a:spcAft>
                <a:spcPct val="0"/>
              </a:spcAft>
              <a:defRPr>
                <a:solidFill>
                  <a:schemeClr val="tx1"/>
                </a:solidFill>
                <a:latin typeface="Tahoma" pitchFamily="34" charset="0"/>
              </a:defRPr>
            </a:lvl6pPr>
            <a:lvl7pPr marL="2873194" indent="-221015" eaLnBrk="0" fontAlgn="base" hangingPunct="0">
              <a:spcBef>
                <a:spcPct val="0"/>
              </a:spcBef>
              <a:spcAft>
                <a:spcPct val="0"/>
              </a:spcAft>
              <a:defRPr>
                <a:solidFill>
                  <a:schemeClr val="tx1"/>
                </a:solidFill>
                <a:latin typeface="Tahoma" pitchFamily="34" charset="0"/>
              </a:defRPr>
            </a:lvl7pPr>
            <a:lvl8pPr marL="3315223" indent="-221015" eaLnBrk="0" fontAlgn="base" hangingPunct="0">
              <a:spcBef>
                <a:spcPct val="0"/>
              </a:spcBef>
              <a:spcAft>
                <a:spcPct val="0"/>
              </a:spcAft>
              <a:defRPr>
                <a:solidFill>
                  <a:schemeClr val="tx1"/>
                </a:solidFill>
                <a:latin typeface="Tahoma" pitchFamily="34" charset="0"/>
              </a:defRPr>
            </a:lvl8pPr>
            <a:lvl9pPr marL="3757253" indent="-221015" eaLnBrk="0" fontAlgn="base" hangingPunct="0">
              <a:spcBef>
                <a:spcPct val="0"/>
              </a:spcBef>
              <a:spcAft>
                <a:spcPct val="0"/>
              </a:spcAft>
              <a:defRPr>
                <a:solidFill>
                  <a:schemeClr val="tx1"/>
                </a:solidFill>
                <a:latin typeface="Tahoma" pitchFamily="34" charset="0"/>
              </a:defRPr>
            </a:lvl9pPr>
          </a:lstStyle>
          <a:p>
            <a:fld id="{A864D773-F3DB-4982-BFFB-8CE73997DEA6}" type="slidenum">
              <a:rPr lang="en-US" altLang="en-US" smtClean="0">
                <a:latin typeface="Times New Roman" pitchFamily="18" charset="0"/>
              </a:rPr>
              <a:pPr/>
              <a:t>10</a:t>
            </a:fld>
            <a:endParaRPr lang="en-US" altLang="en-US">
              <a:latin typeface="Times New Roman" pitchFamily="18" charset="0"/>
            </a:endParaRPr>
          </a:p>
        </p:txBody>
      </p:sp>
      <p:sp>
        <p:nvSpPr>
          <p:cNvPr id="101379" name="Rectangle 2"/>
          <p:cNvSpPr>
            <a:spLocks noGrp="1" noRot="1" noChangeAspect="1" noChangeArrowheads="1" noTextEdit="1"/>
          </p:cNvSpPr>
          <p:nvPr>
            <p:ph type="sldImg"/>
          </p:nvPr>
        </p:nvSpPr>
        <p:spPr>
          <a:ln/>
        </p:spPr>
      </p:sp>
      <p:sp>
        <p:nvSpPr>
          <p:cNvPr id="1013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So we might say</a:t>
            </a:r>
          </a:p>
          <a:p>
            <a:pPr eaLnBrk="1" hangingPunct="1"/>
            <a:endParaRPr lang="en-US" altLang="en-US"/>
          </a:p>
          <a:p>
            <a:pPr eaLnBrk="1" hangingPunct="1"/>
            <a:r>
              <a:rPr lang="en-US" altLang="en-US"/>
              <a:t>Complex a, b, c;</a:t>
            </a:r>
          </a:p>
          <a:p>
            <a:pPr eaLnBrk="1" hangingPunct="1"/>
            <a:r>
              <a:rPr lang="en-US" altLang="en-US"/>
              <a:t>a.real = 1.0; a.imag = 2.0;</a:t>
            </a:r>
          </a:p>
          <a:p>
            <a:pPr eaLnBrk="1" hangingPunct="1"/>
            <a:r>
              <a:rPr lang="en-US" altLang="en-US"/>
              <a:t>b.real = 3.0; b.imag = 4.0;</a:t>
            </a:r>
          </a:p>
          <a:p>
            <a:pPr eaLnBrk="1" hangingPunct="1"/>
            <a:r>
              <a:rPr lang="en-US" altLang="en-US"/>
              <a:t>c = mult(a, b);</a:t>
            </a:r>
          </a:p>
          <a:p>
            <a:pPr eaLnBrk="1" hangingPunct="1"/>
            <a:endParaRPr lang="en-US" altLang="en-US"/>
          </a:p>
          <a:p>
            <a:pPr eaLnBrk="1" hangingPunct="1"/>
            <a:r>
              <a:rPr lang="en-US" altLang="en-US"/>
              <a:t>The big problem here is that the function name mult() can’t be used for any other purpose in the same program. It’s global function, tied to the Complex struct. We can do better.</a:t>
            </a:r>
          </a:p>
        </p:txBody>
      </p:sp>
    </p:spTree>
    <p:extLst>
      <p:ext uri="{BB962C8B-B14F-4D97-AF65-F5344CB8AC3E}">
        <p14:creationId xmlns:p14="http://schemas.microsoft.com/office/powerpoint/2010/main" val="9949644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18298" indent="-276268">
              <a:defRPr>
                <a:solidFill>
                  <a:schemeClr val="tx1"/>
                </a:solidFill>
                <a:latin typeface="Tahoma" pitchFamily="34" charset="0"/>
              </a:defRPr>
            </a:lvl2pPr>
            <a:lvl3pPr marL="1105074" indent="-221015">
              <a:defRPr>
                <a:solidFill>
                  <a:schemeClr val="tx1"/>
                </a:solidFill>
                <a:latin typeface="Tahoma" pitchFamily="34" charset="0"/>
              </a:defRPr>
            </a:lvl3pPr>
            <a:lvl4pPr marL="1547104" indent="-221015">
              <a:defRPr>
                <a:solidFill>
                  <a:schemeClr val="tx1"/>
                </a:solidFill>
                <a:latin typeface="Tahoma" pitchFamily="34" charset="0"/>
              </a:defRPr>
            </a:lvl4pPr>
            <a:lvl5pPr marL="1989134" indent="-221015">
              <a:defRPr>
                <a:solidFill>
                  <a:schemeClr val="tx1"/>
                </a:solidFill>
                <a:latin typeface="Tahoma" pitchFamily="34" charset="0"/>
              </a:defRPr>
            </a:lvl5pPr>
            <a:lvl6pPr marL="2431164" indent="-221015" eaLnBrk="0" fontAlgn="base" hangingPunct="0">
              <a:spcBef>
                <a:spcPct val="0"/>
              </a:spcBef>
              <a:spcAft>
                <a:spcPct val="0"/>
              </a:spcAft>
              <a:defRPr>
                <a:solidFill>
                  <a:schemeClr val="tx1"/>
                </a:solidFill>
                <a:latin typeface="Tahoma" pitchFamily="34" charset="0"/>
              </a:defRPr>
            </a:lvl6pPr>
            <a:lvl7pPr marL="2873194" indent="-221015" eaLnBrk="0" fontAlgn="base" hangingPunct="0">
              <a:spcBef>
                <a:spcPct val="0"/>
              </a:spcBef>
              <a:spcAft>
                <a:spcPct val="0"/>
              </a:spcAft>
              <a:defRPr>
                <a:solidFill>
                  <a:schemeClr val="tx1"/>
                </a:solidFill>
                <a:latin typeface="Tahoma" pitchFamily="34" charset="0"/>
              </a:defRPr>
            </a:lvl7pPr>
            <a:lvl8pPr marL="3315223" indent="-221015" eaLnBrk="0" fontAlgn="base" hangingPunct="0">
              <a:spcBef>
                <a:spcPct val="0"/>
              </a:spcBef>
              <a:spcAft>
                <a:spcPct val="0"/>
              </a:spcAft>
              <a:defRPr>
                <a:solidFill>
                  <a:schemeClr val="tx1"/>
                </a:solidFill>
                <a:latin typeface="Tahoma" pitchFamily="34" charset="0"/>
              </a:defRPr>
            </a:lvl8pPr>
            <a:lvl9pPr marL="3757253" indent="-221015" eaLnBrk="0" fontAlgn="base" hangingPunct="0">
              <a:spcBef>
                <a:spcPct val="0"/>
              </a:spcBef>
              <a:spcAft>
                <a:spcPct val="0"/>
              </a:spcAft>
              <a:defRPr>
                <a:solidFill>
                  <a:schemeClr val="tx1"/>
                </a:solidFill>
                <a:latin typeface="Tahoma" pitchFamily="34" charset="0"/>
              </a:defRPr>
            </a:lvl9pPr>
          </a:lstStyle>
          <a:p>
            <a:fld id="{A864D773-F3DB-4982-BFFB-8CE73997DEA6}" type="slidenum">
              <a:rPr lang="en-US" altLang="en-US" smtClean="0">
                <a:latin typeface="Times New Roman" pitchFamily="18" charset="0"/>
              </a:rPr>
              <a:pPr/>
              <a:t>11</a:t>
            </a:fld>
            <a:endParaRPr lang="en-US" altLang="en-US">
              <a:latin typeface="Times New Roman" pitchFamily="18" charset="0"/>
            </a:endParaRPr>
          </a:p>
        </p:txBody>
      </p:sp>
      <p:sp>
        <p:nvSpPr>
          <p:cNvPr id="101379" name="Rectangle 2"/>
          <p:cNvSpPr>
            <a:spLocks noGrp="1" noRot="1" noChangeAspect="1" noChangeArrowheads="1" noTextEdit="1"/>
          </p:cNvSpPr>
          <p:nvPr>
            <p:ph type="sldImg"/>
          </p:nvPr>
        </p:nvSpPr>
        <p:spPr>
          <a:ln/>
        </p:spPr>
      </p:sp>
      <p:sp>
        <p:nvSpPr>
          <p:cNvPr id="1013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So we might say</a:t>
            </a:r>
          </a:p>
          <a:p>
            <a:pPr eaLnBrk="1" hangingPunct="1"/>
            <a:endParaRPr lang="en-US" altLang="en-US"/>
          </a:p>
          <a:p>
            <a:pPr eaLnBrk="1" hangingPunct="1"/>
            <a:r>
              <a:rPr lang="en-US" altLang="en-US"/>
              <a:t>Complex a, b, c;</a:t>
            </a:r>
          </a:p>
          <a:p>
            <a:pPr eaLnBrk="1" hangingPunct="1"/>
            <a:r>
              <a:rPr lang="en-US" altLang="en-US"/>
              <a:t>a.real = 1.0; a.imag = 2.0;</a:t>
            </a:r>
          </a:p>
          <a:p>
            <a:pPr eaLnBrk="1" hangingPunct="1"/>
            <a:r>
              <a:rPr lang="en-US" altLang="en-US"/>
              <a:t>b.real = 3.0; b.imag = 4.0;</a:t>
            </a:r>
          </a:p>
          <a:p>
            <a:pPr eaLnBrk="1" hangingPunct="1"/>
            <a:r>
              <a:rPr lang="en-US" altLang="en-US"/>
              <a:t>c = mult(a, b);</a:t>
            </a:r>
          </a:p>
          <a:p>
            <a:pPr eaLnBrk="1" hangingPunct="1"/>
            <a:endParaRPr lang="en-US" altLang="en-US"/>
          </a:p>
          <a:p>
            <a:pPr eaLnBrk="1" hangingPunct="1"/>
            <a:r>
              <a:rPr lang="en-US" altLang="en-US"/>
              <a:t>The big problem here is that the function name mult() can’t be used for any other purpose in the same program. It’s global function, tied to the Complex struct. We can do better.</a:t>
            </a:r>
          </a:p>
        </p:txBody>
      </p:sp>
    </p:spTree>
    <p:extLst>
      <p:ext uri="{BB962C8B-B14F-4D97-AF65-F5344CB8AC3E}">
        <p14:creationId xmlns:p14="http://schemas.microsoft.com/office/powerpoint/2010/main" val="1509004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18298" indent="-276268">
              <a:defRPr>
                <a:solidFill>
                  <a:schemeClr val="tx1"/>
                </a:solidFill>
                <a:latin typeface="Tahoma" pitchFamily="34" charset="0"/>
              </a:defRPr>
            </a:lvl2pPr>
            <a:lvl3pPr marL="1105074" indent="-221015">
              <a:defRPr>
                <a:solidFill>
                  <a:schemeClr val="tx1"/>
                </a:solidFill>
                <a:latin typeface="Tahoma" pitchFamily="34" charset="0"/>
              </a:defRPr>
            </a:lvl3pPr>
            <a:lvl4pPr marL="1547104" indent="-221015">
              <a:defRPr>
                <a:solidFill>
                  <a:schemeClr val="tx1"/>
                </a:solidFill>
                <a:latin typeface="Tahoma" pitchFamily="34" charset="0"/>
              </a:defRPr>
            </a:lvl4pPr>
            <a:lvl5pPr marL="1989134" indent="-221015">
              <a:defRPr>
                <a:solidFill>
                  <a:schemeClr val="tx1"/>
                </a:solidFill>
                <a:latin typeface="Tahoma" pitchFamily="34" charset="0"/>
              </a:defRPr>
            </a:lvl5pPr>
            <a:lvl6pPr marL="2431164" indent="-221015" eaLnBrk="0" fontAlgn="base" hangingPunct="0">
              <a:spcBef>
                <a:spcPct val="0"/>
              </a:spcBef>
              <a:spcAft>
                <a:spcPct val="0"/>
              </a:spcAft>
              <a:defRPr>
                <a:solidFill>
                  <a:schemeClr val="tx1"/>
                </a:solidFill>
                <a:latin typeface="Tahoma" pitchFamily="34" charset="0"/>
              </a:defRPr>
            </a:lvl6pPr>
            <a:lvl7pPr marL="2873194" indent="-221015" eaLnBrk="0" fontAlgn="base" hangingPunct="0">
              <a:spcBef>
                <a:spcPct val="0"/>
              </a:spcBef>
              <a:spcAft>
                <a:spcPct val="0"/>
              </a:spcAft>
              <a:defRPr>
                <a:solidFill>
                  <a:schemeClr val="tx1"/>
                </a:solidFill>
                <a:latin typeface="Tahoma" pitchFamily="34" charset="0"/>
              </a:defRPr>
            </a:lvl7pPr>
            <a:lvl8pPr marL="3315223" indent="-221015" eaLnBrk="0" fontAlgn="base" hangingPunct="0">
              <a:spcBef>
                <a:spcPct val="0"/>
              </a:spcBef>
              <a:spcAft>
                <a:spcPct val="0"/>
              </a:spcAft>
              <a:defRPr>
                <a:solidFill>
                  <a:schemeClr val="tx1"/>
                </a:solidFill>
                <a:latin typeface="Tahoma" pitchFamily="34" charset="0"/>
              </a:defRPr>
            </a:lvl8pPr>
            <a:lvl9pPr marL="3757253" indent="-221015" eaLnBrk="0" fontAlgn="base" hangingPunct="0">
              <a:spcBef>
                <a:spcPct val="0"/>
              </a:spcBef>
              <a:spcAft>
                <a:spcPct val="0"/>
              </a:spcAft>
              <a:defRPr>
                <a:solidFill>
                  <a:schemeClr val="tx1"/>
                </a:solidFill>
                <a:latin typeface="Tahoma" pitchFamily="34" charset="0"/>
              </a:defRPr>
            </a:lvl9pPr>
          </a:lstStyle>
          <a:p>
            <a:fld id="{A864D773-F3DB-4982-BFFB-8CE73997DEA6}" type="slidenum">
              <a:rPr lang="en-US" altLang="en-US" smtClean="0">
                <a:latin typeface="Times New Roman" pitchFamily="18" charset="0"/>
              </a:rPr>
              <a:pPr/>
              <a:t>12</a:t>
            </a:fld>
            <a:endParaRPr lang="en-US" altLang="en-US">
              <a:latin typeface="Times New Roman" pitchFamily="18" charset="0"/>
            </a:endParaRPr>
          </a:p>
        </p:txBody>
      </p:sp>
      <p:sp>
        <p:nvSpPr>
          <p:cNvPr id="101379" name="Rectangle 2"/>
          <p:cNvSpPr>
            <a:spLocks noGrp="1" noRot="1" noChangeAspect="1" noChangeArrowheads="1" noTextEdit="1"/>
          </p:cNvSpPr>
          <p:nvPr>
            <p:ph type="sldImg"/>
          </p:nvPr>
        </p:nvSpPr>
        <p:spPr>
          <a:ln/>
        </p:spPr>
      </p:sp>
      <p:sp>
        <p:nvSpPr>
          <p:cNvPr id="1013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So we might say</a:t>
            </a:r>
          </a:p>
          <a:p>
            <a:pPr eaLnBrk="1" hangingPunct="1"/>
            <a:endParaRPr lang="en-US" altLang="en-US"/>
          </a:p>
          <a:p>
            <a:pPr eaLnBrk="1" hangingPunct="1"/>
            <a:r>
              <a:rPr lang="en-US" altLang="en-US"/>
              <a:t>Complex a, b, c;</a:t>
            </a:r>
          </a:p>
          <a:p>
            <a:pPr eaLnBrk="1" hangingPunct="1"/>
            <a:r>
              <a:rPr lang="en-US" altLang="en-US"/>
              <a:t>a.real = 1.0; a.imag = 2.0;</a:t>
            </a:r>
          </a:p>
          <a:p>
            <a:pPr eaLnBrk="1" hangingPunct="1"/>
            <a:r>
              <a:rPr lang="en-US" altLang="en-US"/>
              <a:t>b.real = 3.0; b.imag = 4.0;</a:t>
            </a:r>
          </a:p>
          <a:p>
            <a:pPr eaLnBrk="1" hangingPunct="1"/>
            <a:r>
              <a:rPr lang="en-US" altLang="en-US"/>
              <a:t>c = mult(a, b);</a:t>
            </a:r>
          </a:p>
          <a:p>
            <a:pPr eaLnBrk="1" hangingPunct="1"/>
            <a:endParaRPr lang="en-US" altLang="en-US"/>
          </a:p>
          <a:p>
            <a:pPr eaLnBrk="1" hangingPunct="1"/>
            <a:r>
              <a:rPr lang="en-US" altLang="en-US"/>
              <a:t>The big problem here is that the function name mult() can’t be used for any other purpose in the same program. It’s global function, tied to the Complex struct. We can do better.</a:t>
            </a:r>
          </a:p>
        </p:txBody>
      </p:sp>
    </p:spTree>
    <p:extLst>
      <p:ext uri="{BB962C8B-B14F-4D97-AF65-F5344CB8AC3E}">
        <p14:creationId xmlns:p14="http://schemas.microsoft.com/office/powerpoint/2010/main" val="12785067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18298" indent="-276268">
              <a:defRPr>
                <a:solidFill>
                  <a:schemeClr val="tx1"/>
                </a:solidFill>
                <a:latin typeface="Tahoma" pitchFamily="34" charset="0"/>
              </a:defRPr>
            </a:lvl2pPr>
            <a:lvl3pPr marL="1105074" indent="-221015">
              <a:defRPr>
                <a:solidFill>
                  <a:schemeClr val="tx1"/>
                </a:solidFill>
                <a:latin typeface="Tahoma" pitchFamily="34" charset="0"/>
              </a:defRPr>
            </a:lvl3pPr>
            <a:lvl4pPr marL="1547104" indent="-221015">
              <a:defRPr>
                <a:solidFill>
                  <a:schemeClr val="tx1"/>
                </a:solidFill>
                <a:latin typeface="Tahoma" pitchFamily="34" charset="0"/>
              </a:defRPr>
            </a:lvl4pPr>
            <a:lvl5pPr marL="1989134" indent="-221015">
              <a:defRPr>
                <a:solidFill>
                  <a:schemeClr val="tx1"/>
                </a:solidFill>
                <a:latin typeface="Tahoma" pitchFamily="34" charset="0"/>
              </a:defRPr>
            </a:lvl5pPr>
            <a:lvl6pPr marL="2431164" indent="-221015" eaLnBrk="0" fontAlgn="base" hangingPunct="0">
              <a:spcBef>
                <a:spcPct val="0"/>
              </a:spcBef>
              <a:spcAft>
                <a:spcPct val="0"/>
              </a:spcAft>
              <a:defRPr>
                <a:solidFill>
                  <a:schemeClr val="tx1"/>
                </a:solidFill>
                <a:latin typeface="Tahoma" pitchFamily="34" charset="0"/>
              </a:defRPr>
            </a:lvl6pPr>
            <a:lvl7pPr marL="2873194" indent="-221015" eaLnBrk="0" fontAlgn="base" hangingPunct="0">
              <a:spcBef>
                <a:spcPct val="0"/>
              </a:spcBef>
              <a:spcAft>
                <a:spcPct val="0"/>
              </a:spcAft>
              <a:defRPr>
                <a:solidFill>
                  <a:schemeClr val="tx1"/>
                </a:solidFill>
                <a:latin typeface="Tahoma" pitchFamily="34" charset="0"/>
              </a:defRPr>
            </a:lvl7pPr>
            <a:lvl8pPr marL="3315223" indent="-221015" eaLnBrk="0" fontAlgn="base" hangingPunct="0">
              <a:spcBef>
                <a:spcPct val="0"/>
              </a:spcBef>
              <a:spcAft>
                <a:spcPct val="0"/>
              </a:spcAft>
              <a:defRPr>
                <a:solidFill>
                  <a:schemeClr val="tx1"/>
                </a:solidFill>
                <a:latin typeface="Tahoma" pitchFamily="34" charset="0"/>
              </a:defRPr>
            </a:lvl8pPr>
            <a:lvl9pPr marL="3757253" indent="-221015" eaLnBrk="0" fontAlgn="base" hangingPunct="0">
              <a:spcBef>
                <a:spcPct val="0"/>
              </a:spcBef>
              <a:spcAft>
                <a:spcPct val="0"/>
              </a:spcAft>
              <a:defRPr>
                <a:solidFill>
                  <a:schemeClr val="tx1"/>
                </a:solidFill>
                <a:latin typeface="Tahoma" pitchFamily="34" charset="0"/>
              </a:defRPr>
            </a:lvl9pPr>
          </a:lstStyle>
          <a:p>
            <a:fld id="{A864D773-F3DB-4982-BFFB-8CE73997DEA6}" type="slidenum">
              <a:rPr lang="en-US" altLang="en-US" smtClean="0">
                <a:latin typeface="Times New Roman" pitchFamily="18" charset="0"/>
              </a:rPr>
              <a:pPr/>
              <a:t>13</a:t>
            </a:fld>
            <a:endParaRPr lang="en-US" altLang="en-US">
              <a:latin typeface="Times New Roman" pitchFamily="18" charset="0"/>
            </a:endParaRPr>
          </a:p>
        </p:txBody>
      </p:sp>
      <p:sp>
        <p:nvSpPr>
          <p:cNvPr id="101379" name="Rectangle 2"/>
          <p:cNvSpPr>
            <a:spLocks noGrp="1" noRot="1" noChangeAspect="1" noChangeArrowheads="1" noTextEdit="1"/>
          </p:cNvSpPr>
          <p:nvPr>
            <p:ph type="sldImg"/>
          </p:nvPr>
        </p:nvSpPr>
        <p:spPr>
          <a:ln/>
        </p:spPr>
      </p:sp>
      <p:sp>
        <p:nvSpPr>
          <p:cNvPr id="1013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So we might say</a:t>
            </a:r>
          </a:p>
          <a:p>
            <a:pPr eaLnBrk="1" hangingPunct="1"/>
            <a:endParaRPr lang="en-US" altLang="en-US"/>
          </a:p>
          <a:p>
            <a:pPr eaLnBrk="1" hangingPunct="1"/>
            <a:r>
              <a:rPr lang="en-US" altLang="en-US"/>
              <a:t>Complex a, b, c;</a:t>
            </a:r>
          </a:p>
          <a:p>
            <a:pPr eaLnBrk="1" hangingPunct="1"/>
            <a:r>
              <a:rPr lang="en-US" altLang="en-US"/>
              <a:t>a.real = 1.0; a.imag = 2.0;</a:t>
            </a:r>
          </a:p>
          <a:p>
            <a:pPr eaLnBrk="1" hangingPunct="1"/>
            <a:r>
              <a:rPr lang="en-US" altLang="en-US"/>
              <a:t>b.real = 3.0; b.imag = 4.0;</a:t>
            </a:r>
          </a:p>
          <a:p>
            <a:pPr eaLnBrk="1" hangingPunct="1"/>
            <a:r>
              <a:rPr lang="en-US" altLang="en-US"/>
              <a:t>c = mult(a, b);</a:t>
            </a:r>
          </a:p>
          <a:p>
            <a:pPr eaLnBrk="1" hangingPunct="1"/>
            <a:endParaRPr lang="en-US" altLang="en-US"/>
          </a:p>
          <a:p>
            <a:pPr eaLnBrk="1" hangingPunct="1"/>
            <a:r>
              <a:rPr lang="en-US" altLang="en-US"/>
              <a:t>The big problem here is that the function name mult() can’t be used for any other purpose in the same program. It’s global function, tied to the Complex struct. We can do better.</a:t>
            </a:r>
          </a:p>
        </p:txBody>
      </p:sp>
    </p:spTree>
    <p:extLst>
      <p:ext uri="{BB962C8B-B14F-4D97-AF65-F5344CB8AC3E}">
        <p14:creationId xmlns:p14="http://schemas.microsoft.com/office/powerpoint/2010/main" val="268162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18298" indent="-276268">
              <a:defRPr>
                <a:solidFill>
                  <a:schemeClr val="tx1"/>
                </a:solidFill>
                <a:latin typeface="Tahoma" pitchFamily="34" charset="0"/>
              </a:defRPr>
            </a:lvl2pPr>
            <a:lvl3pPr marL="1105074" indent="-221015">
              <a:defRPr>
                <a:solidFill>
                  <a:schemeClr val="tx1"/>
                </a:solidFill>
                <a:latin typeface="Tahoma" pitchFamily="34" charset="0"/>
              </a:defRPr>
            </a:lvl3pPr>
            <a:lvl4pPr marL="1547104" indent="-221015">
              <a:defRPr>
                <a:solidFill>
                  <a:schemeClr val="tx1"/>
                </a:solidFill>
                <a:latin typeface="Tahoma" pitchFamily="34" charset="0"/>
              </a:defRPr>
            </a:lvl4pPr>
            <a:lvl5pPr marL="1989134" indent="-221015">
              <a:defRPr>
                <a:solidFill>
                  <a:schemeClr val="tx1"/>
                </a:solidFill>
                <a:latin typeface="Tahoma" pitchFamily="34" charset="0"/>
              </a:defRPr>
            </a:lvl5pPr>
            <a:lvl6pPr marL="2431164" indent="-221015" eaLnBrk="0" fontAlgn="base" hangingPunct="0">
              <a:spcBef>
                <a:spcPct val="0"/>
              </a:spcBef>
              <a:spcAft>
                <a:spcPct val="0"/>
              </a:spcAft>
              <a:defRPr>
                <a:solidFill>
                  <a:schemeClr val="tx1"/>
                </a:solidFill>
                <a:latin typeface="Tahoma" pitchFamily="34" charset="0"/>
              </a:defRPr>
            </a:lvl6pPr>
            <a:lvl7pPr marL="2873194" indent="-221015" eaLnBrk="0" fontAlgn="base" hangingPunct="0">
              <a:spcBef>
                <a:spcPct val="0"/>
              </a:spcBef>
              <a:spcAft>
                <a:spcPct val="0"/>
              </a:spcAft>
              <a:defRPr>
                <a:solidFill>
                  <a:schemeClr val="tx1"/>
                </a:solidFill>
                <a:latin typeface="Tahoma" pitchFamily="34" charset="0"/>
              </a:defRPr>
            </a:lvl7pPr>
            <a:lvl8pPr marL="3315223" indent="-221015" eaLnBrk="0" fontAlgn="base" hangingPunct="0">
              <a:spcBef>
                <a:spcPct val="0"/>
              </a:spcBef>
              <a:spcAft>
                <a:spcPct val="0"/>
              </a:spcAft>
              <a:defRPr>
                <a:solidFill>
                  <a:schemeClr val="tx1"/>
                </a:solidFill>
                <a:latin typeface="Tahoma" pitchFamily="34" charset="0"/>
              </a:defRPr>
            </a:lvl8pPr>
            <a:lvl9pPr marL="3757253" indent="-221015" eaLnBrk="0" fontAlgn="base" hangingPunct="0">
              <a:spcBef>
                <a:spcPct val="0"/>
              </a:spcBef>
              <a:spcAft>
                <a:spcPct val="0"/>
              </a:spcAft>
              <a:defRPr>
                <a:solidFill>
                  <a:schemeClr val="tx1"/>
                </a:solidFill>
                <a:latin typeface="Tahoma" pitchFamily="34" charset="0"/>
              </a:defRPr>
            </a:lvl9pPr>
          </a:lstStyle>
          <a:p>
            <a:fld id="{A864D773-F3DB-4982-BFFB-8CE73997DEA6}" type="slidenum">
              <a:rPr lang="en-US" altLang="en-US" smtClean="0">
                <a:latin typeface="Times New Roman" pitchFamily="18" charset="0"/>
              </a:rPr>
              <a:pPr/>
              <a:t>14</a:t>
            </a:fld>
            <a:endParaRPr lang="en-US" altLang="en-US">
              <a:latin typeface="Times New Roman" pitchFamily="18" charset="0"/>
            </a:endParaRPr>
          </a:p>
        </p:txBody>
      </p:sp>
      <p:sp>
        <p:nvSpPr>
          <p:cNvPr id="101379" name="Rectangle 2"/>
          <p:cNvSpPr>
            <a:spLocks noGrp="1" noRot="1" noChangeAspect="1" noChangeArrowheads="1" noTextEdit="1"/>
          </p:cNvSpPr>
          <p:nvPr>
            <p:ph type="sldImg"/>
          </p:nvPr>
        </p:nvSpPr>
        <p:spPr>
          <a:ln/>
        </p:spPr>
      </p:sp>
      <p:sp>
        <p:nvSpPr>
          <p:cNvPr id="1013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So we might say</a:t>
            </a:r>
          </a:p>
          <a:p>
            <a:pPr eaLnBrk="1" hangingPunct="1"/>
            <a:endParaRPr lang="en-US" altLang="en-US"/>
          </a:p>
          <a:p>
            <a:pPr eaLnBrk="1" hangingPunct="1"/>
            <a:r>
              <a:rPr lang="en-US" altLang="en-US"/>
              <a:t>Complex a, b, c;</a:t>
            </a:r>
          </a:p>
          <a:p>
            <a:pPr eaLnBrk="1" hangingPunct="1"/>
            <a:r>
              <a:rPr lang="en-US" altLang="en-US"/>
              <a:t>a.real = 1.0; a.imag = 2.0;</a:t>
            </a:r>
          </a:p>
          <a:p>
            <a:pPr eaLnBrk="1" hangingPunct="1"/>
            <a:r>
              <a:rPr lang="en-US" altLang="en-US"/>
              <a:t>b.real = 3.0; b.imag = 4.0;</a:t>
            </a:r>
          </a:p>
          <a:p>
            <a:pPr eaLnBrk="1" hangingPunct="1"/>
            <a:r>
              <a:rPr lang="en-US" altLang="en-US"/>
              <a:t>c = mult(a, b);</a:t>
            </a:r>
          </a:p>
          <a:p>
            <a:pPr eaLnBrk="1" hangingPunct="1"/>
            <a:endParaRPr lang="en-US" altLang="en-US"/>
          </a:p>
          <a:p>
            <a:pPr eaLnBrk="1" hangingPunct="1"/>
            <a:r>
              <a:rPr lang="en-US" altLang="en-US"/>
              <a:t>The big problem here is that the function name mult() can’t be used for any other purpose in the same program. It’s global function, tied to the Complex struct. We can do better.</a:t>
            </a:r>
          </a:p>
        </p:txBody>
      </p:sp>
    </p:spTree>
    <p:extLst>
      <p:ext uri="{BB962C8B-B14F-4D97-AF65-F5344CB8AC3E}">
        <p14:creationId xmlns:p14="http://schemas.microsoft.com/office/powerpoint/2010/main" val="316368754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18298" indent="-276268">
              <a:defRPr>
                <a:solidFill>
                  <a:schemeClr val="tx1"/>
                </a:solidFill>
                <a:latin typeface="Tahoma" pitchFamily="34" charset="0"/>
              </a:defRPr>
            </a:lvl2pPr>
            <a:lvl3pPr marL="1105074" indent="-221015">
              <a:defRPr>
                <a:solidFill>
                  <a:schemeClr val="tx1"/>
                </a:solidFill>
                <a:latin typeface="Tahoma" pitchFamily="34" charset="0"/>
              </a:defRPr>
            </a:lvl3pPr>
            <a:lvl4pPr marL="1547104" indent="-221015">
              <a:defRPr>
                <a:solidFill>
                  <a:schemeClr val="tx1"/>
                </a:solidFill>
                <a:latin typeface="Tahoma" pitchFamily="34" charset="0"/>
              </a:defRPr>
            </a:lvl4pPr>
            <a:lvl5pPr marL="1989134" indent="-221015">
              <a:defRPr>
                <a:solidFill>
                  <a:schemeClr val="tx1"/>
                </a:solidFill>
                <a:latin typeface="Tahoma" pitchFamily="34" charset="0"/>
              </a:defRPr>
            </a:lvl5pPr>
            <a:lvl6pPr marL="2431164" indent="-221015" eaLnBrk="0" fontAlgn="base" hangingPunct="0">
              <a:spcBef>
                <a:spcPct val="0"/>
              </a:spcBef>
              <a:spcAft>
                <a:spcPct val="0"/>
              </a:spcAft>
              <a:defRPr>
                <a:solidFill>
                  <a:schemeClr val="tx1"/>
                </a:solidFill>
                <a:latin typeface="Tahoma" pitchFamily="34" charset="0"/>
              </a:defRPr>
            </a:lvl6pPr>
            <a:lvl7pPr marL="2873194" indent="-221015" eaLnBrk="0" fontAlgn="base" hangingPunct="0">
              <a:spcBef>
                <a:spcPct val="0"/>
              </a:spcBef>
              <a:spcAft>
                <a:spcPct val="0"/>
              </a:spcAft>
              <a:defRPr>
                <a:solidFill>
                  <a:schemeClr val="tx1"/>
                </a:solidFill>
                <a:latin typeface="Tahoma" pitchFamily="34" charset="0"/>
              </a:defRPr>
            </a:lvl7pPr>
            <a:lvl8pPr marL="3315223" indent="-221015" eaLnBrk="0" fontAlgn="base" hangingPunct="0">
              <a:spcBef>
                <a:spcPct val="0"/>
              </a:spcBef>
              <a:spcAft>
                <a:spcPct val="0"/>
              </a:spcAft>
              <a:defRPr>
                <a:solidFill>
                  <a:schemeClr val="tx1"/>
                </a:solidFill>
                <a:latin typeface="Tahoma" pitchFamily="34" charset="0"/>
              </a:defRPr>
            </a:lvl8pPr>
            <a:lvl9pPr marL="3757253" indent="-221015" eaLnBrk="0" fontAlgn="base" hangingPunct="0">
              <a:spcBef>
                <a:spcPct val="0"/>
              </a:spcBef>
              <a:spcAft>
                <a:spcPct val="0"/>
              </a:spcAft>
              <a:defRPr>
                <a:solidFill>
                  <a:schemeClr val="tx1"/>
                </a:solidFill>
                <a:latin typeface="Tahoma" pitchFamily="34" charset="0"/>
              </a:defRPr>
            </a:lvl9pPr>
          </a:lstStyle>
          <a:p>
            <a:fld id="{A864D773-F3DB-4982-BFFB-8CE73997DEA6}" type="slidenum">
              <a:rPr lang="en-US" altLang="en-US" smtClean="0">
                <a:latin typeface="Times New Roman" pitchFamily="18" charset="0"/>
              </a:rPr>
              <a:pPr/>
              <a:t>15</a:t>
            </a:fld>
            <a:endParaRPr lang="en-US" altLang="en-US">
              <a:latin typeface="Times New Roman" pitchFamily="18" charset="0"/>
            </a:endParaRPr>
          </a:p>
        </p:txBody>
      </p:sp>
      <p:sp>
        <p:nvSpPr>
          <p:cNvPr id="101379" name="Rectangle 2"/>
          <p:cNvSpPr>
            <a:spLocks noGrp="1" noRot="1" noChangeAspect="1" noChangeArrowheads="1" noTextEdit="1"/>
          </p:cNvSpPr>
          <p:nvPr>
            <p:ph type="sldImg"/>
          </p:nvPr>
        </p:nvSpPr>
        <p:spPr>
          <a:ln/>
        </p:spPr>
      </p:sp>
      <p:sp>
        <p:nvSpPr>
          <p:cNvPr id="1013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So we might say</a:t>
            </a:r>
          </a:p>
          <a:p>
            <a:pPr eaLnBrk="1" hangingPunct="1"/>
            <a:endParaRPr lang="en-US" altLang="en-US"/>
          </a:p>
          <a:p>
            <a:pPr eaLnBrk="1" hangingPunct="1"/>
            <a:r>
              <a:rPr lang="en-US" altLang="en-US"/>
              <a:t>Complex a, b, c;</a:t>
            </a:r>
          </a:p>
          <a:p>
            <a:pPr eaLnBrk="1" hangingPunct="1"/>
            <a:r>
              <a:rPr lang="en-US" altLang="en-US"/>
              <a:t>a.real = 1.0; a.imag = 2.0;</a:t>
            </a:r>
          </a:p>
          <a:p>
            <a:pPr eaLnBrk="1" hangingPunct="1"/>
            <a:r>
              <a:rPr lang="en-US" altLang="en-US"/>
              <a:t>b.real = 3.0; b.imag = 4.0;</a:t>
            </a:r>
          </a:p>
          <a:p>
            <a:pPr eaLnBrk="1" hangingPunct="1"/>
            <a:r>
              <a:rPr lang="en-US" altLang="en-US"/>
              <a:t>c = mult(a, b);</a:t>
            </a:r>
          </a:p>
          <a:p>
            <a:pPr eaLnBrk="1" hangingPunct="1"/>
            <a:endParaRPr lang="en-US" altLang="en-US"/>
          </a:p>
          <a:p>
            <a:pPr eaLnBrk="1" hangingPunct="1"/>
            <a:r>
              <a:rPr lang="en-US" altLang="en-US"/>
              <a:t>The big problem here is that the function name mult() can’t be used for any other purpose in the same program. It’s global function, tied to the Complex struct. We can do better.</a:t>
            </a:r>
          </a:p>
        </p:txBody>
      </p:sp>
    </p:spTree>
    <p:extLst>
      <p:ext uri="{BB962C8B-B14F-4D97-AF65-F5344CB8AC3E}">
        <p14:creationId xmlns:p14="http://schemas.microsoft.com/office/powerpoint/2010/main" val="12640443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p:cNvGrpSpPr>
            <a:grpSpLocks/>
          </p:cNvGrpSpPr>
          <p:nvPr/>
        </p:nvGrpSpPr>
        <p:grpSpPr bwMode="auto">
          <a:xfrm>
            <a:off x="0" y="2438400"/>
            <a:ext cx="9009063" cy="1052513"/>
            <a:chOff x="0" y="1536"/>
            <a:chExt cx="5675" cy="663"/>
          </a:xfrm>
        </p:grpSpPr>
        <p:grpSp>
          <p:nvGrpSpPr>
            <p:cNvPr id="5" name="Group 3"/>
            <p:cNvGrpSpPr>
              <a:grpSpLocks/>
            </p:cNvGrpSpPr>
            <p:nvPr/>
          </p:nvGrpSpPr>
          <p:grpSpPr bwMode="auto">
            <a:xfrm>
              <a:off x="185" y="1604"/>
              <a:ext cx="449" cy="299"/>
              <a:chOff x="720" y="336"/>
              <a:chExt cx="624" cy="432"/>
            </a:xfrm>
          </p:grpSpPr>
          <p:sp>
            <p:nvSpPr>
              <p:cNvPr id="12" name="Rectangle 4"/>
              <p:cNvSpPr>
                <a:spLocks noChangeArrowheads="1"/>
              </p:cNvSpPr>
              <p:nvPr/>
            </p:nvSpPr>
            <p:spPr bwMode="auto">
              <a:xfrm>
                <a:off x="720" y="336"/>
                <a:ext cx="384" cy="432"/>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defRPr/>
                </a:pPr>
                <a:endParaRPr lang="en-US" altLang="en-US"/>
              </a:p>
            </p:txBody>
          </p:sp>
          <p:sp>
            <p:nvSpPr>
              <p:cNvPr id="13"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defRPr/>
                </a:pPr>
                <a:endParaRPr lang="en-US" altLang="en-US"/>
              </a:p>
            </p:txBody>
          </p:sp>
        </p:grpSp>
        <p:grpSp>
          <p:nvGrpSpPr>
            <p:cNvPr id="6" name="Group 6"/>
            <p:cNvGrpSpPr>
              <a:grpSpLocks/>
            </p:cNvGrpSpPr>
            <p:nvPr/>
          </p:nvGrpSpPr>
          <p:grpSpPr bwMode="auto">
            <a:xfrm>
              <a:off x="263" y="1870"/>
              <a:ext cx="466" cy="299"/>
              <a:chOff x="912" y="2640"/>
              <a:chExt cx="672" cy="432"/>
            </a:xfrm>
          </p:grpSpPr>
          <p:sp>
            <p:nvSpPr>
              <p:cNvPr id="10" name="Rectangle 7"/>
              <p:cNvSpPr>
                <a:spLocks noChangeArrowheads="1"/>
              </p:cNvSpPr>
              <p:nvPr/>
            </p:nvSpPr>
            <p:spPr bwMode="auto">
              <a:xfrm>
                <a:off x="912" y="2640"/>
                <a:ext cx="384" cy="432"/>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defRPr/>
                </a:pPr>
                <a:endParaRPr lang="en-US" altLang="en-US"/>
              </a:p>
            </p:txBody>
          </p:sp>
          <p:sp>
            <p:nvSpPr>
              <p:cNvPr id="11" name="Rectangle 8"/>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defRPr/>
                </a:pPr>
                <a:endParaRPr lang="en-US" altLang="en-US"/>
              </a:p>
            </p:txBody>
          </p:sp>
        </p:grpSp>
        <p:sp>
          <p:nvSpPr>
            <p:cNvPr id="7"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defRPr/>
              </a:pPr>
              <a:endParaRPr lang="en-US" altLang="en-US"/>
            </a:p>
          </p:txBody>
        </p:sp>
        <p:sp>
          <p:nvSpPr>
            <p:cNvPr id="8" name="Rectangle 10"/>
            <p:cNvSpPr>
              <a:spLocks noChangeArrowheads="1"/>
            </p:cNvSpPr>
            <p:nvPr/>
          </p:nvSpPr>
          <p:spPr bwMode="auto">
            <a:xfrm>
              <a:off x="400" y="1536"/>
              <a:ext cx="20" cy="66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defRPr/>
              </a:pPr>
              <a:endParaRPr lang="en-US" altLang="en-US"/>
            </a:p>
          </p:txBody>
        </p:sp>
        <p:sp>
          <p:nvSpPr>
            <p:cNvPr id="9"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defRPr/>
              </a:pPr>
              <a:endParaRPr lang="en-US" altLang="en-US"/>
            </a:p>
          </p:txBody>
        </p:sp>
      </p:grpSp>
      <p:sp>
        <p:nvSpPr>
          <p:cNvPr id="138252" name="Rectangle 12"/>
          <p:cNvSpPr>
            <a:spLocks noGrp="1" noChangeArrowheads="1"/>
          </p:cNvSpPr>
          <p:nvPr>
            <p:ph type="ctrTitle"/>
          </p:nvPr>
        </p:nvSpPr>
        <p:spPr>
          <a:xfrm>
            <a:off x="990600" y="1676400"/>
            <a:ext cx="7772400" cy="1462088"/>
          </a:xfrm>
        </p:spPr>
        <p:txBody>
          <a:bodyPr/>
          <a:lstStyle>
            <a:lvl1pPr>
              <a:defRPr/>
            </a:lvl1pPr>
          </a:lstStyle>
          <a:p>
            <a:r>
              <a:rPr lang="en-US"/>
              <a:t>Click to edit Master title style</a:t>
            </a:r>
          </a:p>
        </p:txBody>
      </p:sp>
      <p:sp>
        <p:nvSpPr>
          <p:cNvPr id="138253" name="Rectangle 13"/>
          <p:cNvSpPr>
            <a:spLocks noGrp="1" noChangeArrowheads="1"/>
          </p:cNvSpPr>
          <p:nvPr>
            <p:ph type="subTitle" idx="1"/>
          </p:nvPr>
        </p:nvSpPr>
        <p:spPr>
          <a:xfrm>
            <a:off x="1371600" y="3886200"/>
            <a:ext cx="6400800" cy="1752600"/>
          </a:xfrm>
        </p:spPr>
        <p:txBody>
          <a:bodyPr/>
          <a:lstStyle>
            <a:lvl1pPr marL="0" indent="0" algn="ctr">
              <a:buFont typeface="Wingdings" pitchFamily="2" charset="2"/>
              <a:buNone/>
              <a:defRPr/>
            </a:lvl1pPr>
          </a:lstStyle>
          <a:p>
            <a:r>
              <a:rPr lang="en-US"/>
              <a:t>Click to edit Master subtitle style</a:t>
            </a:r>
          </a:p>
        </p:txBody>
      </p:sp>
      <p:sp>
        <p:nvSpPr>
          <p:cNvPr id="14" name="Rectangle 14"/>
          <p:cNvSpPr>
            <a:spLocks noGrp="1" noChangeArrowheads="1"/>
          </p:cNvSpPr>
          <p:nvPr>
            <p:ph type="dt" sz="half" idx="10"/>
          </p:nvPr>
        </p:nvSpPr>
        <p:spPr>
          <a:xfrm>
            <a:off x="990600" y="6248400"/>
            <a:ext cx="1905000" cy="457200"/>
          </a:xfrm>
        </p:spPr>
        <p:txBody>
          <a:bodyPr/>
          <a:lstStyle>
            <a:lvl1pPr>
              <a:defRPr>
                <a:solidFill>
                  <a:schemeClr val="bg2"/>
                </a:solidFill>
              </a:defRPr>
            </a:lvl1pPr>
          </a:lstStyle>
          <a:p>
            <a:pPr>
              <a:defRPr/>
            </a:pPr>
            <a:fld id="{3A458199-2235-498C-BB60-A71163C0547D}" type="datetime1">
              <a:rPr lang="en-US" smtClean="0"/>
              <a:t>8/2/2021</a:t>
            </a:fld>
            <a:endParaRPr lang="en-US"/>
          </a:p>
        </p:txBody>
      </p:sp>
      <p:sp>
        <p:nvSpPr>
          <p:cNvPr id="15" name="Rectangle 15"/>
          <p:cNvSpPr>
            <a:spLocks noGrp="1" noChangeArrowheads="1"/>
          </p:cNvSpPr>
          <p:nvPr>
            <p:ph type="ftr" sz="quarter" idx="11"/>
          </p:nvPr>
        </p:nvSpPr>
        <p:spPr>
          <a:xfrm>
            <a:off x="3429000" y="6248400"/>
            <a:ext cx="2895600" cy="457200"/>
          </a:xfrm>
        </p:spPr>
        <p:txBody>
          <a:bodyPr/>
          <a:lstStyle>
            <a:lvl1pPr>
              <a:defRPr>
                <a:solidFill>
                  <a:schemeClr val="bg2"/>
                </a:solidFill>
              </a:defRPr>
            </a:lvl1pPr>
          </a:lstStyle>
          <a:p>
            <a:pPr>
              <a:defRPr/>
            </a:pPr>
            <a:r>
              <a:rPr lang="en-US"/>
              <a:t>Copyright (c) 2018, John K. Ostlund</a:t>
            </a:r>
          </a:p>
        </p:txBody>
      </p:sp>
      <p:sp>
        <p:nvSpPr>
          <p:cNvPr id="16" name="Rectangle 16"/>
          <p:cNvSpPr>
            <a:spLocks noGrp="1" noChangeArrowheads="1"/>
          </p:cNvSpPr>
          <p:nvPr>
            <p:ph type="sldNum" sz="quarter" idx="12"/>
          </p:nvPr>
        </p:nvSpPr>
        <p:spPr>
          <a:xfrm>
            <a:off x="6858000" y="6248400"/>
            <a:ext cx="1905000" cy="457200"/>
          </a:xfrm>
        </p:spPr>
        <p:txBody>
          <a:bodyPr/>
          <a:lstStyle>
            <a:lvl1pPr>
              <a:defRPr>
                <a:solidFill>
                  <a:schemeClr val="bg2"/>
                </a:solidFill>
              </a:defRPr>
            </a:lvl1pPr>
          </a:lstStyle>
          <a:p>
            <a:pPr>
              <a:defRPr/>
            </a:pPr>
            <a:fld id="{5239B93A-74DE-4B25-B352-2D94A7B0ECE9}" type="slidenum">
              <a:rPr lang="en-US"/>
              <a:pPr>
                <a:defRPr/>
              </a:pPr>
              <a:t>‹#›</a:t>
            </a:fld>
            <a:endParaRPr lang="en-US"/>
          </a:p>
        </p:txBody>
      </p:sp>
    </p:spTree>
    <p:extLst>
      <p:ext uri="{BB962C8B-B14F-4D97-AF65-F5344CB8AC3E}">
        <p14:creationId xmlns:p14="http://schemas.microsoft.com/office/powerpoint/2010/main" val="305083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1"/>
          <p:cNvSpPr>
            <a:spLocks noGrp="1" noChangeArrowheads="1"/>
          </p:cNvSpPr>
          <p:nvPr>
            <p:ph type="dt" sz="half" idx="10"/>
          </p:nvPr>
        </p:nvSpPr>
        <p:spPr>
          <a:ln/>
        </p:spPr>
        <p:txBody>
          <a:bodyPr/>
          <a:lstStyle>
            <a:lvl1pPr>
              <a:defRPr/>
            </a:lvl1pPr>
          </a:lstStyle>
          <a:p>
            <a:pPr>
              <a:defRPr/>
            </a:pPr>
            <a:fld id="{999F09BE-0733-4E9E-B08E-2F2245AE7270}" type="datetime1">
              <a:rPr lang="en-US" smtClean="0"/>
              <a:t>8/2/2021</a:t>
            </a:fld>
            <a:endParaRPr lang="en-US"/>
          </a:p>
        </p:txBody>
      </p:sp>
      <p:sp>
        <p:nvSpPr>
          <p:cNvPr id="5" name="Rectangle 12"/>
          <p:cNvSpPr>
            <a:spLocks noGrp="1" noChangeArrowheads="1"/>
          </p:cNvSpPr>
          <p:nvPr>
            <p:ph type="ftr" sz="quarter" idx="11"/>
          </p:nvPr>
        </p:nvSpPr>
        <p:spPr>
          <a:ln/>
        </p:spPr>
        <p:txBody>
          <a:bodyPr/>
          <a:lstStyle>
            <a:lvl1pPr>
              <a:defRPr/>
            </a:lvl1pPr>
          </a:lstStyle>
          <a:p>
            <a:pPr>
              <a:defRPr/>
            </a:pPr>
            <a:r>
              <a:rPr lang="en-US"/>
              <a:t>Copyright (c) 2018, John K. Ostlund</a:t>
            </a:r>
          </a:p>
        </p:txBody>
      </p:sp>
      <p:sp>
        <p:nvSpPr>
          <p:cNvPr id="6" name="Rectangle 13"/>
          <p:cNvSpPr>
            <a:spLocks noGrp="1" noChangeArrowheads="1"/>
          </p:cNvSpPr>
          <p:nvPr>
            <p:ph type="sldNum" sz="quarter" idx="12"/>
          </p:nvPr>
        </p:nvSpPr>
        <p:spPr>
          <a:ln/>
        </p:spPr>
        <p:txBody>
          <a:bodyPr/>
          <a:lstStyle>
            <a:lvl1pPr>
              <a:defRPr/>
            </a:lvl1pPr>
          </a:lstStyle>
          <a:p>
            <a:pPr>
              <a:defRPr/>
            </a:pPr>
            <a:fld id="{9E9676BE-5AF2-4172-BD19-31A2F83EF2EB}" type="slidenum">
              <a:rPr lang="en-US"/>
              <a:pPr>
                <a:defRPr/>
              </a:pPr>
              <a:t>‹#›</a:t>
            </a:fld>
            <a:endParaRPr lang="en-US"/>
          </a:p>
        </p:txBody>
      </p:sp>
    </p:spTree>
    <p:extLst>
      <p:ext uri="{BB962C8B-B14F-4D97-AF65-F5344CB8AC3E}">
        <p14:creationId xmlns:p14="http://schemas.microsoft.com/office/powerpoint/2010/main" val="24592313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1"/>
          <p:cNvSpPr>
            <a:spLocks noGrp="1" noChangeArrowheads="1"/>
          </p:cNvSpPr>
          <p:nvPr>
            <p:ph type="dt" sz="half" idx="10"/>
          </p:nvPr>
        </p:nvSpPr>
        <p:spPr>
          <a:ln/>
        </p:spPr>
        <p:txBody>
          <a:bodyPr/>
          <a:lstStyle>
            <a:lvl1pPr>
              <a:defRPr/>
            </a:lvl1pPr>
          </a:lstStyle>
          <a:p>
            <a:pPr>
              <a:defRPr/>
            </a:pPr>
            <a:fld id="{8D57212A-0320-4C87-822E-A5C5A85E786C}" type="datetime1">
              <a:rPr lang="en-US" smtClean="0"/>
              <a:t>8/2/2021</a:t>
            </a:fld>
            <a:endParaRPr lang="en-US"/>
          </a:p>
        </p:txBody>
      </p:sp>
      <p:sp>
        <p:nvSpPr>
          <p:cNvPr id="5" name="Rectangle 12"/>
          <p:cNvSpPr>
            <a:spLocks noGrp="1" noChangeArrowheads="1"/>
          </p:cNvSpPr>
          <p:nvPr>
            <p:ph type="ftr" sz="quarter" idx="11"/>
          </p:nvPr>
        </p:nvSpPr>
        <p:spPr>
          <a:ln/>
        </p:spPr>
        <p:txBody>
          <a:bodyPr/>
          <a:lstStyle>
            <a:lvl1pPr>
              <a:defRPr/>
            </a:lvl1pPr>
          </a:lstStyle>
          <a:p>
            <a:pPr>
              <a:defRPr/>
            </a:pPr>
            <a:r>
              <a:rPr lang="en-US"/>
              <a:t>Copyright (c) 2018, John K. Ostlund</a:t>
            </a:r>
          </a:p>
        </p:txBody>
      </p:sp>
      <p:sp>
        <p:nvSpPr>
          <p:cNvPr id="6" name="Rectangle 13"/>
          <p:cNvSpPr>
            <a:spLocks noGrp="1" noChangeArrowheads="1"/>
          </p:cNvSpPr>
          <p:nvPr>
            <p:ph type="sldNum" sz="quarter" idx="12"/>
          </p:nvPr>
        </p:nvSpPr>
        <p:spPr>
          <a:ln/>
        </p:spPr>
        <p:txBody>
          <a:bodyPr/>
          <a:lstStyle>
            <a:lvl1pPr>
              <a:defRPr/>
            </a:lvl1pPr>
          </a:lstStyle>
          <a:p>
            <a:pPr>
              <a:defRPr/>
            </a:pPr>
            <a:fld id="{A4441145-DF2F-4F5F-87FB-6F34B812BFA0}" type="slidenum">
              <a:rPr lang="en-US"/>
              <a:pPr>
                <a:defRPr/>
              </a:pPr>
              <a:t>‹#›</a:t>
            </a:fld>
            <a:endParaRPr lang="en-US"/>
          </a:p>
        </p:txBody>
      </p:sp>
    </p:spTree>
    <p:extLst>
      <p:ext uri="{BB962C8B-B14F-4D97-AF65-F5344CB8AC3E}">
        <p14:creationId xmlns:p14="http://schemas.microsoft.com/office/powerpoint/2010/main" val="33495709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182688" y="201771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145088" y="201771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1"/>
          <p:cNvSpPr>
            <a:spLocks noGrp="1" noChangeArrowheads="1"/>
          </p:cNvSpPr>
          <p:nvPr>
            <p:ph type="dt" sz="half" idx="10"/>
          </p:nvPr>
        </p:nvSpPr>
        <p:spPr>
          <a:ln/>
        </p:spPr>
        <p:txBody>
          <a:bodyPr/>
          <a:lstStyle>
            <a:lvl1pPr>
              <a:defRPr/>
            </a:lvl1pPr>
          </a:lstStyle>
          <a:p>
            <a:pPr>
              <a:defRPr/>
            </a:pPr>
            <a:fld id="{26C0479F-66CD-4A5B-84F6-27888EFAE784}" type="datetime1">
              <a:rPr lang="en-US" smtClean="0"/>
              <a:t>8/2/2021</a:t>
            </a:fld>
            <a:endParaRPr lang="en-US"/>
          </a:p>
        </p:txBody>
      </p:sp>
      <p:sp>
        <p:nvSpPr>
          <p:cNvPr id="6" name="Rectangle 12"/>
          <p:cNvSpPr>
            <a:spLocks noGrp="1" noChangeArrowheads="1"/>
          </p:cNvSpPr>
          <p:nvPr>
            <p:ph type="ftr" sz="quarter" idx="11"/>
          </p:nvPr>
        </p:nvSpPr>
        <p:spPr>
          <a:ln/>
        </p:spPr>
        <p:txBody>
          <a:bodyPr/>
          <a:lstStyle>
            <a:lvl1pPr>
              <a:defRPr/>
            </a:lvl1pPr>
          </a:lstStyle>
          <a:p>
            <a:pPr>
              <a:defRPr/>
            </a:pPr>
            <a:r>
              <a:rPr lang="en-US"/>
              <a:t>Copyright (c) 2018, John K. Ostlund</a:t>
            </a:r>
          </a:p>
        </p:txBody>
      </p:sp>
      <p:sp>
        <p:nvSpPr>
          <p:cNvPr id="7" name="Rectangle 13"/>
          <p:cNvSpPr>
            <a:spLocks noGrp="1" noChangeArrowheads="1"/>
          </p:cNvSpPr>
          <p:nvPr>
            <p:ph type="sldNum" sz="quarter" idx="12"/>
          </p:nvPr>
        </p:nvSpPr>
        <p:spPr>
          <a:ln/>
        </p:spPr>
        <p:txBody>
          <a:bodyPr/>
          <a:lstStyle>
            <a:lvl1pPr>
              <a:defRPr/>
            </a:lvl1pPr>
          </a:lstStyle>
          <a:p>
            <a:pPr>
              <a:defRPr/>
            </a:pPr>
            <a:fld id="{EF3359A0-D876-470E-A03B-B54B4EF9A55C}" type="slidenum">
              <a:rPr lang="en-US"/>
              <a:pPr>
                <a:defRPr/>
              </a:pPr>
              <a:t>‹#›</a:t>
            </a:fld>
            <a:endParaRPr lang="en-US"/>
          </a:p>
        </p:txBody>
      </p:sp>
    </p:spTree>
    <p:extLst>
      <p:ext uri="{BB962C8B-B14F-4D97-AF65-F5344CB8AC3E}">
        <p14:creationId xmlns:p14="http://schemas.microsoft.com/office/powerpoint/2010/main" val="26637320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1"/>
          <p:cNvSpPr>
            <a:spLocks noGrp="1" noChangeArrowheads="1"/>
          </p:cNvSpPr>
          <p:nvPr>
            <p:ph type="dt" sz="half" idx="10"/>
          </p:nvPr>
        </p:nvSpPr>
        <p:spPr>
          <a:ln/>
        </p:spPr>
        <p:txBody>
          <a:bodyPr/>
          <a:lstStyle>
            <a:lvl1pPr>
              <a:defRPr/>
            </a:lvl1pPr>
          </a:lstStyle>
          <a:p>
            <a:pPr>
              <a:defRPr/>
            </a:pPr>
            <a:fld id="{944ADCF3-2AF2-418C-BF2A-44A85337EE69}" type="datetime1">
              <a:rPr lang="en-US" smtClean="0"/>
              <a:t>8/2/2021</a:t>
            </a:fld>
            <a:endParaRPr lang="en-US"/>
          </a:p>
        </p:txBody>
      </p:sp>
      <p:sp>
        <p:nvSpPr>
          <p:cNvPr id="8" name="Rectangle 12"/>
          <p:cNvSpPr>
            <a:spLocks noGrp="1" noChangeArrowheads="1"/>
          </p:cNvSpPr>
          <p:nvPr>
            <p:ph type="ftr" sz="quarter" idx="11"/>
          </p:nvPr>
        </p:nvSpPr>
        <p:spPr>
          <a:ln/>
        </p:spPr>
        <p:txBody>
          <a:bodyPr/>
          <a:lstStyle>
            <a:lvl1pPr>
              <a:defRPr/>
            </a:lvl1pPr>
          </a:lstStyle>
          <a:p>
            <a:pPr>
              <a:defRPr/>
            </a:pPr>
            <a:r>
              <a:rPr lang="en-US"/>
              <a:t>Copyright (c) 2018, John K. Ostlund</a:t>
            </a:r>
          </a:p>
        </p:txBody>
      </p:sp>
      <p:sp>
        <p:nvSpPr>
          <p:cNvPr id="9" name="Rectangle 13"/>
          <p:cNvSpPr>
            <a:spLocks noGrp="1" noChangeArrowheads="1"/>
          </p:cNvSpPr>
          <p:nvPr>
            <p:ph type="sldNum" sz="quarter" idx="12"/>
          </p:nvPr>
        </p:nvSpPr>
        <p:spPr>
          <a:ln/>
        </p:spPr>
        <p:txBody>
          <a:bodyPr/>
          <a:lstStyle>
            <a:lvl1pPr>
              <a:defRPr/>
            </a:lvl1pPr>
          </a:lstStyle>
          <a:p>
            <a:pPr>
              <a:defRPr/>
            </a:pPr>
            <a:fld id="{9D55BDD2-431D-4473-B6F1-AD9C47ED042A}" type="slidenum">
              <a:rPr lang="en-US"/>
              <a:pPr>
                <a:defRPr/>
              </a:pPr>
              <a:t>‹#›</a:t>
            </a:fld>
            <a:endParaRPr lang="en-US"/>
          </a:p>
        </p:txBody>
      </p:sp>
    </p:spTree>
    <p:extLst>
      <p:ext uri="{BB962C8B-B14F-4D97-AF65-F5344CB8AC3E}">
        <p14:creationId xmlns:p14="http://schemas.microsoft.com/office/powerpoint/2010/main" val="6954909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11"/>
          <p:cNvSpPr>
            <a:spLocks noGrp="1" noChangeArrowheads="1"/>
          </p:cNvSpPr>
          <p:nvPr>
            <p:ph type="dt" sz="half" idx="10"/>
          </p:nvPr>
        </p:nvSpPr>
        <p:spPr>
          <a:ln/>
        </p:spPr>
        <p:txBody>
          <a:bodyPr/>
          <a:lstStyle>
            <a:lvl1pPr>
              <a:defRPr/>
            </a:lvl1pPr>
          </a:lstStyle>
          <a:p>
            <a:pPr>
              <a:defRPr/>
            </a:pPr>
            <a:fld id="{84826299-AA4C-442F-BCFC-E93CA0F6B11A}" type="datetime1">
              <a:rPr lang="en-US" smtClean="0"/>
              <a:t>8/2/2021</a:t>
            </a:fld>
            <a:endParaRPr lang="en-US"/>
          </a:p>
        </p:txBody>
      </p:sp>
      <p:sp>
        <p:nvSpPr>
          <p:cNvPr id="4" name="Rectangle 12"/>
          <p:cNvSpPr>
            <a:spLocks noGrp="1" noChangeArrowheads="1"/>
          </p:cNvSpPr>
          <p:nvPr>
            <p:ph type="ftr" sz="quarter" idx="11"/>
          </p:nvPr>
        </p:nvSpPr>
        <p:spPr>
          <a:ln/>
        </p:spPr>
        <p:txBody>
          <a:bodyPr/>
          <a:lstStyle>
            <a:lvl1pPr>
              <a:defRPr/>
            </a:lvl1pPr>
          </a:lstStyle>
          <a:p>
            <a:pPr>
              <a:defRPr/>
            </a:pPr>
            <a:r>
              <a:rPr lang="en-US"/>
              <a:t>Copyright (c) 2018, John K. Ostlund</a:t>
            </a:r>
          </a:p>
        </p:txBody>
      </p:sp>
      <p:sp>
        <p:nvSpPr>
          <p:cNvPr id="5" name="Rectangle 13"/>
          <p:cNvSpPr>
            <a:spLocks noGrp="1" noChangeArrowheads="1"/>
          </p:cNvSpPr>
          <p:nvPr>
            <p:ph type="sldNum" sz="quarter" idx="12"/>
          </p:nvPr>
        </p:nvSpPr>
        <p:spPr>
          <a:ln/>
        </p:spPr>
        <p:txBody>
          <a:bodyPr/>
          <a:lstStyle>
            <a:lvl1pPr>
              <a:defRPr/>
            </a:lvl1pPr>
          </a:lstStyle>
          <a:p>
            <a:pPr>
              <a:defRPr/>
            </a:pPr>
            <a:fld id="{F6BC0419-96C4-40C9-AA2D-27D42EB4E327}" type="slidenum">
              <a:rPr lang="en-US"/>
              <a:pPr>
                <a:defRPr/>
              </a:pPr>
              <a:t>‹#›</a:t>
            </a:fld>
            <a:endParaRPr lang="en-US"/>
          </a:p>
        </p:txBody>
      </p:sp>
    </p:spTree>
    <p:extLst>
      <p:ext uri="{BB962C8B-B14F-4D97-AF65-F5344CB8AC3E}">
        <p14:creationId xmlns:p14="http://schemas.microsoft.com/office/powerpoint/2010/main" val="2911917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1"/>
          <p:cNvSpPr>
            <a:spLocks noGrp="1" noChangeArrowheads="1"/>
          </p:cNvSpPr>
          <p:nvPr>
            <p:ph type="dt" sz="half" idx="10"/>
          </p:nvPr>
        </p:nvSpPr>
        <p:spPr>
          <a:ln/>
        </p:spPr>
        <p:txBody>
          <a:bodyPr/>
          <a:lstStyle>
            <a:lvl1pPr>
              <a:defRPr/>
            </a:lvl1pPr>
          </a:lstStyle>
          <a:p>
            <a:pPr>
              <a:defRPr/>
            </a:pPr>
            <a:fld id="{5702A80A-F933-4C6D-AC1B-323BE6DDDE0E}" type="datetime1">
              <a:rPr lang="en-US" smtClean="0"/>
              <a:t>8/2/2021</a:t>
            </a:fld>
            <a:endParaRPr lang="en-US"/>
          </a:p>
        </p:txBody>
      </p:sp>
      <p:sp>
        <p:nvSpPr>
          <p:cNvPr id="3" name="Rectangle 12"/>
          <p:cNvSpPr>
            <a:spLocks noGrp="1" noChangeArrowheads="1"/>
          </p:cNvSpPr>
          <p:nvPr>
            <p:ph type="ftr" sz="quarter" idx="11"/>
          </p:nvPr>
        </p:nvSpPr>
        <p:spPr>
          <a:ln/>
        </p:spPr>
        <p:txBody>
          <a:bodyPr/>
          <a:lstStyle>
            <a:lvl1pPr>
              <a:defRPr/>
            </a:lvl1pPr>
          </a:lstStyle>
          <a:p>
            <a:pPr>
              <a:defRPr/>
            </a:pPr>
            <a:r>
              <a:rPr lang="en-US"/>
              <a:t>Copyright (c) 2018, John K. Ostlund</a:t>
            </a:r>
          </a:p>
        </p:txBody>
      </p:sp>
      <p:sp>
        <p:nvSpPr>
          <p:cNvPr id="4" name="Rectangle 13"/>
          <p:cNvSpPr>
            <a:spLocks noGrp="1" noChangeArrowheads="1"/>
          </p:cNvSpPr>
          <p:nvPr>
            <p:ph type="sldNum" sz="quarter" idx="12"/>
          </p:nvPr>
        </p:nvSpPr>
        <p:spPr>
          <a:ln/>
        </p:spPr>
        <p:txBody>
          <a:bodyPr/>
          <a:lstStyle>
            <a:lvl1pPr>
              <a:defRPr/>
            </a:lvl1pPr>
          </a:lstStyle>
          <a:p>
            <a:pPr>
              <a:defRPr/>
            </a:pPr>
            <a:fld id="{60862B98-9A01-4C44-BDC6-515C05E58F72}" type="slidenum">
              <a:rPr lang="en-US"/>
              <a:pPr>
                <a:defRPr/>
              </a:pPr>
              <a:t>‹#›</a:t>
            </a:fld>
            <a:endParaRPr lang="en-US"/>
          </a:p>
        </p:txBody>
      </p:sp>
    </p:spTree>
    <p:extLst>
      <p:ext uri="{BB962C8B-B14F-4D97-AF65-F5344CB8AC3E}">
        <p14:creationId xmlns:p14="http://schemas.microsoft.com/office/powerpoint/2010/main" val="23096482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1"/>
          <p:cNvSpPr>
            <a:spLocks noGrp="1" noChangeArrowheads="1"/>
          </p:cNvSpPr>
          <p:nvPr>
            <p:ph type="dt" sz="half" idx="10"/>
          </p:nvPr>
        </p:nvSpPr>
        <p:spPr>
          <a:ln/>
        </p:spPr>
        <p:txBody>
          <a:bodyPr/>
          <a:lstStyle>
            <a:lvl1pPr>
              <a:defRPr/>
            </a:lvl1pPr>
          </a:lstStyle>
          <a:p>
            <a:pPr>
              <a:defRPr/>
            </a:pPr>
            <a:fld id="{68C46877-514D-4A61-909E-A65641948318}" type="datetime1">
              <a:rPr lang="en-US" smtClean="0"/>
              <a:t>8/2/2021</a:t>
            </a:fld>
            <a:endParaRPr lang="en-US"/>
          </a:p>
        </p:txBody>
      </p:sp>
      <p:sp>
        <p:nvSpPr>
          <p:cNvPr id="6" name="Rectangle 12"/>
          <p:cNvSpPr>
            <a:spLocks noGrp="1" noChangeArrowheads="1"/>
          </p:cNvSpPr>
          <p:nvPr>
            <p:ph type="ftr" sz="quarter" idx="11"/>
          </p:nvPr>
        </p:nvSpPr>
        <p:spPr>
          <a:ln/>
        </p:spPr>
        <p:txBody>
          <a:bodyPr/>
          <a:lstStyle>
            <a:lvl1pPr>
              <a:defRPr/>
            </a:lvl1pPr>
          </a:lstStyle>
          <a:p>
            <a:pPr>
              <a:defRPr/>
            </a:pPr>
            <a:r>
              <a:rPr lang="en-US"/>
              <a:t>Copyright (c) 2018, John K. Ostlund</a:t>
            </a:r>
          </a:p>
        </p:txBody>
      </p:sp>
      <p:sp>
        <p:nvSpPr>
          <p:cNvPr id="7" name="Rectangle 13"/>
          <p:cNvSpPr>
            <a:spLocks noGrp="1" noChangeArrowheads="1"/>
          </p:cNvSpPr>
          <p:nvPr>
            <p:ph type="sldNum" sz="quarter" idx="12"/>
          </p:nvPr>
        </p:nvSpPr>
        <p:spPr>
          <a:ln/>
        </p:spPr>
        <p:txBody>
          <a:bodyPr/>
          <a:lstStyle>
            <a:lvl1pPr>
              <a:defRPr/>
            </a:lvl1pPr>
          </a:lstStyle>
          <a:p>
            <a:pPr>
              <a:defRPr/>
            </a:pPr>
            <a:fld id="{D82D8208-D527-49A2-9034-D654B1EF281B}" type="slidenum">
              <a:rPr lang="en-US"/>
              <a:pPr>
                <a:defRPr/>
              </a:pPr>
              <a:t>‹#›</a:t>
            </a:fld>
            <a:endParaRPr lang="en-US"/>
          </a:p>
        </p:txBody>
      </p:sp>
    </p:spTree>
    <p:extLst>
      <p:ext uri="{BB962C8B-B14F-4D97-AF65-F5344CB8AC3E}">
        <p14:creationId xmlns:p14="http://schemas.microsoft.com/office/powerpoint/2010/main" val="4783744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1"/>
          <p:cNvSpPr>
            <a:spLocks noGrp="1" noChangeArrowheads="1"/>
          </p:cNvSpPr>
          <p:nvPr>
            <p:ph type="dt" sz="half" idx="10"/>
          </p:nvPr>
        </p:nvSpPr>
        <p:spPr>
          <a:ln/>
        </p:spPr>
        <p:txBody>
          <a:bodyPr/>
          <a:lstStyle>
            <a:lvl1pPr>
              <a:defRPr/>
            </a:lvl1pPr>
          </a:lstStyle>
          <a:p>
            <a:pPr>
              <a:defRPr/>
            </a:pPr>
            <a:fld id="{CE820BBE-B985-48CE-92FB-2D9EB3B58A3F}" type="datetime1">
              <a:rPr lang="en-US" smtClean="0"/>
              <a:t>8/2/2021</a:t>
            </a:fld>
            <a:endParaRPr lang="en-US"/>
          </a:p>
        </p:txBody>
      </p:sp>
      <p:sp>
        <p:nvSpPr>
          <p:cNvPr id="6" name="Rectangle 12"/>
          <p:cNvSpPr>
            <a:spLocks noGrp="1" noChangeArrowheads="1"/>
          </p:cNvSpPr>
          <p:nvPr>
            <p:ph type="ftr" sz="quarter" idx="11"/>
          </p:nvPr>
        </p:nvSpPr>
        <p:spPr>
          <a:ln/>
        </p:spPr>
        <p:txBody>
          <a:bodyPr/>
          <a:lstStyle>
            <a:lvl1pPr>
              <a:defRPr/>
            </a:lvl1pPr>
          </a:lstStyle>
          <a:p>
            <a:pPr>
              <a:defRPr/>
            </a:pPr>
            <a:r>
              <a:rPr lang="en-US"/>
              <a:t>Copyright (c) 2018, John K. Ostlund</a:t>
            </a:r>
          </a:p>
        </p:txBody>
      </p:sp>
      <p:sp>
        <p:nvSpPr>
          <p:cNvPr id="7" name="Rectangle 13"/>
          <p:cNvSpPr>
            <a:spLocks noGrp="1" noChangeArrowheads="1"/>
          </p:cNvSpPr>
          <p:nvPr>
            <p:ph type="sldNum" sz="quarter" idx="12"/>
          </p:nvPr>
        </p:nvSpPr>
        <p:spPr>
          <a:ln/>
        </p:spPr>
        <p:txBody>
          <a:bodyPr/>
          <a:lstStyle>
            <a:lvl1pPr>
              <a:defRPr/>
            </a:lvl1pPr>
          </a:lstStyle>
          <a:p>
            <a:pPr>
              <a:defRPr/>
            </a:pPr>
            <a:fld id="{AF169637-7F5D-47B5-84F3-031C50CD82B5}" type="slidenum">
              <a:rPr lang="en-US"/>
              <a:pPr>
                <a:defRPr/>
              </a:pPr>
              <a:t>‹#›</a:t>
            </a:fld>
            <a:endParaRPr lang="en-US"/>
          </a:p>
        </p:txBody>
      </p:sp>
    </p:spTree>
    <p:extLst>
      <p:ext uri="{BB962C8B-B14F-4D97-AF65-F5344CB8AC3E}">
        <p14:creationId xmlns:p14="http://schemas.microsoft.com/office/powerpoint/2010/main" val="14442047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1"/>
          <p:cNvSpPr>
            <a:spLocks noGrp="1" noChangeArrowheads="1"/>
          </p:cNvSpPr>
          <p:nvPr>
            <p:ph type="dt" sz="half" idx="10"/>
          </p:nvPr>
        </p:nvSpPr>
        <p:spPr>
          <a:ln/>
        </p:spPr>
        <p:txBody>
          <a:bodyPr/>
          <a:lstStyle>
            <a:lvl1pPr>
              <a:defRPr/>
            </a:lvl1pPr>
          </a:lstStyle>
          <a:p>
            <a:pPr>
              <a:defRPr/>
            </a:pPr>
            <a:fld id="{4B9624D1-E5CD-4BF0-93F9-C4F92CAD34D8}" type="datetime1">
              <a:rPr lang="en-US" smtClean="0"/>
              <a:t>8/2/2021</a:t>
            </a:fld>
            <a:endParaRPr lang="en-US"/>
          </a:p>
        </p:txBody>
      </p:sp>
      <p:sp>
        <p:nvSpPr>
          <p:cNvPr id="5" name="Rectangle 12"/>
          <p:cNvSpPr>
            <a:spLocks noGrp="1" noChangeArrowheads="1"/>
          </p:cNvSpPr>
          <p:nvPr>
            <p:ph type="ftr" sz="quarter" idx="11"/>
          </p:nvPr>
        </p:nvSpPr>
        <p:spPr>
          <a:ln/>
        </p:spPr>
        <p:txBody>
          <a:bodyPr/>
          <a:lstStyle>
            <a:lvl1pPr>
              <a:defRPr/>
            </a:lvl1pPr>
          </a:lstStyle>
          <a:p>
            <a:pPr>
              <a:defRPr/>
            </a:pPr>
            <a:r>
              <a:rPr lang="en-US"/>
              <a:t>Copyright (c) 2018, John K. Ostlund</a:t>
            </a:r>
          </a:p>
        </p:txBody>
      </p:sp>
      <p:sp>
        <p:nvSpPr>
          <p:cNvPr id="6" name="Rectangle 13"/>
          <p:cNvSpPr>
            <a:spLocks noGrp="1" noChangeArrowheads="1"/>
          </p:cNvSpPr>
          <p:nvPr>
            <p:ph type="sldNum" sz="quarter" idx="12"/>
          </p:nvPr>
        </p:nvSpPr>
        <p:spPr>
          <a:ln/>
        </p:spPr>
        <p:txBody>
          <a:bodyPr/>
          <a:lstStyle>
            <a:lvl1pPr>
              <a:defRPr/>
            </a:lvl1pPr>
          </a:lstStyle>
          <a:p>
            <a:pPr>
              <a:defRPr/>
            </a:pPr>
            <a:fld id="{AD9F3A7A-80FC-4CCB-802A-CD06628E1451}" type="slidenum">
              <a:rPr lang="en-US"/>
              <a:pPr>
                <a:defRPr/>
              </a:pPr>
              <a:t>‹#›</a:t>
            </a:fld>
            <a:endParaRPr lang="en-US"/>
          </a:p>
        </p:txBody>
      </p:sp>
    </p:spTree>
    <p:extLst>
      <p:ext uri="{BB962C8B-B14F-4D97-AF65-F5344CB8AC3E}">
        <p14:creationId xmlns:p14="http://schemas.microsoft.com/office/powerpoint/2010/main" val="11160638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04050" y="214313"/>
            <a:ext cx="1951038" cy="59182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150938" y="214313"/>
            <a:ext cx="5700712" cy="5918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1"/>
          <p:cNvSpPr>
            <a:spLocks noGrp="1" noChangeArrowheads="1"/>
          </p:cNvSpPr>
          <p:nvPr>
            <p:ph type="dt" sz="half" idx="10"/>
          </p:nvPr>
        </p:nvSpPr>
        <p:spPr>
          <a:ln/>
        </p:spPr>
        <p:txBody>
          <a:bodyPr/>
          <a:lstStyle>
            <a:lvl1pPr>
              <a:defRPr/>
            </a:lvl1pPr>
          </a:lstStyle>
          <a:p>
            <a:pPr>
              <a:defRPr/>
            </a:pPr>
            <a:fld id="{B4DFFCFC-2EA4-4E97-B3DE-8EA613768012}" type="datetime1">
              <a:rPr lang="en-US" smtClean="0"/>
              <a:t>8/2/2021</a:t>
            </a:fld>
            <a:endParaRPr lang="en-US"/>
          </a:p>
        </p:txBody>
      </p:sp>
      <p:sp>
        <p:nvSpPr>
          <p:cNvPr id="5" name="Rectangle 12"/>
          <p:cNvSpPr>
            <a:spLocks noGrp="1" noChangeArrowheads="1"/>
          </p:cNvSpPr>
          <p:nvPr>
            <p:ph type="ftr" sz="quarter" idx="11"/>
          </p:nvPr>
        </p:nvSpPr>
        <p:spPr>
          <a:ln/>
        </p:spPr>
        <p:txBody>
          <a:bodyPr/>
          <a:lstStyle>
            <a:lvl1pPr>
              <a:defRPr/>
            </a:lvl1pPr>
          </a:lstStyle>
          <a:p>
            <a:pPr>
              <a:defRPr/>
            </a:pPr>
            <a:r>
              <a:rPr lang="en-US"/>
              <a:t>Copyright (c) 2018, John K. Ostlund</a:t>
            </a:r>
          </a:p>
        </p:txBody>
      </p:sp>
      <p:sp>
        <p:nvSpPr>
          <p:cNvPr id="6" name="Rectangle 13"/>
          <p:cNvSpPr>
            <a:spLocks noGrp="1" noChangeArrowheads="1"/>
          </p:cNvSpPr>
          <p:nvPr>
            <p:ph type="sldNum" sz="quarter" idx="12"/>
          </p:nvPr>
        </p:nvSpPr>
        <p:spPr>
          <a:ln/>
        </p:spPr>
        <p:txBody>
          <a:bodyPr/>
          <a:lstStyle>
            <a:lvl1pPr>
              <a:defRPr/>
            </a:lvl1pPr>
          </a:lstStyle>
          <a:p>
            <a:pPr>
              <a:defRPr/>
            </a:pPr>
            <a:fld id="{C15F157A-85D2-470A-87E4-A935A04F8C7B}" type="slidenum">
              <a:rPr lang="en-US"/>
              <a:pPr>
                <a:defRPr/>
              </a:pPr>
              <a:t>‹#›</a:t>
            </a:fld>
            <a:endParaRPr lang="en-US"/>
          </a:p>
        </p:txBody>
      </p:sp>
    </p:spTree>
    <p:extLst>
      <p:ext uri="{BB962C8B-B14F-4D97-AF65-F5344CB8AC3E}">
        <p14:creationId xmlns:p14="http://schemas.microsoft.com/office/powerpoint/2010/main" val="34555419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ltGray">
          <a:xfrm>
            <a:off x="417513" y="10985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lgn="ctr" eaLnBrk="1" hangingPunct="1">
              <a:defRPr/>
            </a:pPr>
            <a:endParaRPr kumimoji="1" lang="en-US" altLang="en-US" sz="2400"/>
          </a:p>
        </p:txBody>
      </p:sp>
      <p:sp>
        <p:nvSpPr>
          <p:cNvPr id="1027" name="Rectangle 3"/>
          <p:cNvSpPr>
            <a:spLocks noChangeArrowheads="1"/>
          </p:cNvSpPr>
          <p:nvPr/>
        </p:nvSpPr>
        <p:spPr bwMode="ltGray">
          <a:xfrm>
            <a:off x="800100" y="10985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lgn="ctr" eaLnBrk="1" hangingPunct="1">
              <a:defRPr/>
            </a:pPr>
            <a:endParaRPr kumimoji="1" lang="en-US" altLang="en-US" sz="2400"/>
          </a:p>
        </p:txBody>
      </p:sp>
      <p:sp>
        <p:nvSpPr>
          <p:cNvPr id="1028" name="Rectangle 4"/>
          <p:cNvSpPr>
            <a:spLocks noChangeArrowheads="1"/>
          </p:cNvSpPr>
          <p:nvPr/>
        </p:nvSpPr>
        <p:spPr bwMode="ltGray">
          <a:xfrm>
            <a:off x="541338" y="15208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lgn="ctr" eaLnBrk="1" hangingPunct="1">
              <a:defRPr/>
            </a:pPr>
            <a:endParaRPr kumimoji="1" lang="en-US" altLang="en-US" sz="2400"/>
          </a:p>
        </p:txBody>
      </p:sp>
      <p:sp>
        <p:nvSpPr>
          <p:cNvPr id="1029" name="Rectangle 5"/>
          <p:cNvSpPr>
            <a:spLocks noChangeArrowheads="1"/>
          </p:cNvSpPr>
          <p:nvPr/>
        </p:nvSpPr>
        <p:spPr bwMode="ltGray">
          <a:xfrm>
            <a:off x="911225" y="15208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lgn="ctr" eaLnBrk="1" hangingPunct="1">
              <a:defRPr/>
            </a:pPr>
            <a:endParaRPr kumimoji="1" lang="en-US" altLang="en-US" sz="2400"/>
          </a:p>
        </p:txBody>
      </p:sp>
      <p:sp>
        <p:nvSpPr>
          <p:cNvPr id="1030" name="Rectangle 6"/>
          <p:cNvSpPr>
            <a:spLocks noChangeArrowheads="1"/>
          </p:cNvSpPr>
          <p:nvPr/>
        </p:nvSpPr>
        <p:spPr bwMode="ltGray">
          <a:xfrm>
            <a:off x="127000" y="14478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lgn="ctr" eaLnBrk="1" hangingPunct="1">
              <a:defRPr/>
            </a:pPr>
            <a:endParaRPr kumimoji="1" lang="en-US" altLang="en-US" sz="2400"/>
          </a:p>
        </p:txBody>
      </p:sp>
      <p:sp>
        <p:nvSpPr>
          <p:cNvPr id="1031" name="Rectangle 7"/>
          <p:cNvSpPr>
            <a:spLocks noChangeArrowheads="1"/>
          </p:cNvSpPr>
          <p:nvPr/>
        </p:nvSpPr>
        <p:spPr bwMode="gray">
          <a:xfrm>
            <a:off x="762000" y="99060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lgn="ctr" eaLnBrk="1" hangingPunct="1">
              <a:defRPr/>
            </a:pPr>
            <a:endParaRPr kumimoji="1" lang="en-US" altLang="en-US" sz="2400"/>
          </a:p>
        </p:txBody>
      </p:sp>
      <p:sp>
        <p:nvSpPr>
          <p:cNvPr id="1032" name="Rectangle 8"/>
          <p:cNvSpPr>
            <a:spLocks noChangeArrowheads="1"/>
          </p:cNvSpPr>
          <p:nvPr/>
        </p:nvSpPr>
        <p:spPr bwMode="gray">
          <a:xfrm>
            <a:off x="442913" y="1781175"/>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lgn="ctr" eaLnBrk="1" hangingPunct="1">
              <a:defRPr/>
            </a:pPr>
            <a:endParaRPr kumimoji="1" lang="en-US" altLang="en-US" sz="2400"/>
          </a:p>
        </p:txBody>
      </p:sp>
      <p:sp>
        <p:nvSpPr>
          <p:cNvPr id="1033" name="Rectangle 9"/>
          <p:cNvSpPr>
            <a:spLocks noGrp="1" noChangeArrowheads="1"/>
          </p:cNvSpPr>
          <p:nvPr>
            <p:ph type="title"/>
          </p:nvPr>
        </p:nvSpPr>
        <p:spPr bwMode="auto">
          <a:xfrm>
            <a:off x="1150938" y="214313"/>
            <a:ext cx="7793037" cy="1462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34" name="Rectangle 10"/>
          <p:cNvSpPr>
            <a:spLocks noGrp="1" noChangeArrowheads="1"/>
          </p:cNvSpPr>
          <p:nvPr>
            <p:ph type="body" idx="1"/>
          </p:nvPr>
        </p:nvSpPr>
        <p:spPr bwMode="auto">
          <a:xfrm>
            <a:off x="1182688" y="2017713"/>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37227" name="Rectangle 11"/>
          <p:cNvSpPr>
            <a:spLocks noGrp="1" noChangeArrowheads="1"/>
          </p:cNvSpPr>
          <p:nvPr>
            <p:ph type="dt" sz="half" idx="2"/>
          </p:nvPr>
        </p:nvSpPr>
        <p:spPr bwMode="auto">
          <a:xfrm>
            <a:off x="1162050" y="6243638"/>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400"/>
            </a:lvl1pPr>
          </a:lstStyle>
          <a:p>
            <a:pPr>
              <a:defRPr/>
            </a:pPr>
            <a:fld id="{E82E7615-9809-4B2F-96E1-10CD3B7FB0C5}" type="datetime1">
              <a:rPr lang="en-US" smtClean="0"/>
              <a:t>8/2/2021</a:t>
            </a:fld>
            <a:endParaRPr lang="en-US"/>
          </a:p>
        </p:txBody>
      </p:sp>
      <p:sp>
        <p:nvSpPr>
          <p:cNvPr id="137228" name="Rectangle 12"/>
          <p:cNvSpPr>
            <a:spLocks noGrp="1" noChangeArrowheads="1"/>
          </p:cNvSpPr>
          <p:nvPr>
            <p:ph type="ftr" sz="quarter" idx="3"/>
          </p:nvPr>
        </p:nvSpPr>
        <p:spPr bwMode="auto">
          <a:xfrm>
            <a:off x="3657600" y="6243638"/>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sz="1400"/>
            </a:lvl1pPr>
          </a:lstStyle>
          <a:p>
            <a:pPr>
              <a:defRPr/>
            </a:pPr>
            <a:r>
              <a:rPr lang="en-US"/>
              <a:t>Copyright (c) 2018, John K. Ostlund</a:t>
            </a:r>
          </a:p>
        </p:txBody>
      </p:sp>
      <p:sp>
        <p:nvSpPr>
          <p:cNvPr id="137229" name="Rectangle 13"/>
          <p:cNvSpPr>
            <a:spLocks noGrp="1" noChangeArrowheads="1"/>
          </p:cNvSpPr>
          <p:nvPr>
            <p:ph type="sldNum" sz="quarter" idx="4"/>
          </p:nvPr>
        </p:nvSpPr>
        <p:spPr bwMode="auto">
          <a:xfrm>
            <a:off x="7042150" y="6243638"/>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400"/>
            </a:lvl1pPr>
          </a:lstStyle>
          <a:p>
            <a:pPr>
              <a:defRPr/>
            </a:pPr>
            <a:fld id="{B6BFBACB-D4B5-4FCB-958C-A311D48A19CC}"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818" r:id="rId1"/>
    <p:sldLayoutId id="2147483808" r:id="rId2"/>
    <p:sldLayoutId id="2147483809" r:id="rId3"/>
    <p:sldLayoutId id="2147483810" r:id="rId4"/>
    <p:sldLayoutId id="2147483811" r:id="rId5"/>
    <p:sldLayoutId id="2147483812" r:id="rId6"/>
    <p:sldLayoutId id="2147483813" r:id="rId7"/>
    <p:sldLayoutId id="2147483814" r:id="rId8"/>
    <p:sldLayoutId id="2147483815" r:id="rId9"/>
    <p:sldLayoutId id="2147483816" r:id="rId10"/>
    <p:sldLayoutId id="2147483817" r:id="rId11"/>
  </p:sldLayoutIdLst>
  <p:hf hdr="0"/>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itchFamily="34" charset="0"/>
        </a:defRPr>
      </a:lvl2pPr>
      <a:lvl3pPr algn="l" rtl="0" eaLnBrk="0" fontAlgn="base" hangingPunct="0">
        <a:spcBef>
          <a:spcPct val="0"/>
        </a:spcBef>
        <a:spcAft>
          <a:spcPct val="0"/>
        </a:spcAft>
        <a:defRPr sz="4400">
          <a:solidFill>
            <a:schemeClr val="tx2"/>
          </a:solidFill>
          <a:latin typeface="Tahoma" pitchFamily="34" charset="0"/>
        </a:defRPr>
      </a:lvl3pPr>
      <a:lvl4pPr algn="l" rtl="0" eaLnBrk="0" fontAlgn="base" hangingPunct="0">
        <a:spcBef>
          <a:spcPct val="0"/>
        </a:spcBef>
        <a:spcAft>
          <a:spcPct val="0"/>
        </a:spcAft>
        <a:defRPr sz="4400">
          <a:solidFill>
            <a:schemeClr val="tx2"/>
          </a:solidFill>
          <a:latin typeface="Tahoma" pitchFamily="34" charset="0"/>
        </a:defRPr>
      </a:lvl4pPr>
      <a:lvl5pPr algn="l" rtl="0" eaLnBrk="0" fontAlgn="base" hangingPunct="0">
        <a:spcBef>
          <a:spcPct val="0"/>
        </a:spcBef>
        <a:spcAft>
          <a:spcPct val="0"/>
        </a:spcAft>
        <a:defRPr sz="4400">
          <a:solidFill>
            <a:schemeClr val="tx2"/>
          </a:solidFill>
          <a:latin typeface="Tahoma" pitchFamily="34" charset="0"/>
        </a:defRPr>
      </a:lvl5pPr>
      <a:lvl6pPr marL="457200" algn="l" rtl="0" fontAlgn="base">
        <a:spcBef>
          <a:spcPct val="0"/>
        </a:spcBef>
        <a:spcAft>
          <a:spcPct val="0"/>
        </a:spcAft>
        <a:defRPr sz="4400">
          <a:solidFill>
            <a:schemeClr val="tx2"/>
          </a:solidFill>
          <a:latin typeface="Tahoma" pitchFamily="34" charset="0"/>
        </a:defRPr>
      </a:lvl6pPr>
      <a:lvl7pPr marL="914400" algn="l" rtl="0" fontAlgn="base">
        <a:spcBef>
          <a:spcPct val="0"/>
        </a:spcBef>
        <a:spcAft>
          <a:spcPct val="0"/>
        </a:spcAft>
        <a:defRPr sz="4400">
          <a:solidFill>
            <a:schemeClr val="tx2"/>
          </a:solidFill>
          <a:latin typeface="Tahoma" pitchFamily="34" charset="0"/>
        </a:defRPr>
      </a:lvl7pPr>
      <a:lvl8pPr marL="1371600" algn="l" rtl="0" fontAlgn="base">
        <a:spcBef>
          <a:spcPct val="0"/>
        </a:spcBef>
        <a:spcAft>
          <a:spcPct val="0"/>
        </a:spcAft>
        <a:defRPr sz="4400">
          <a:solidFill>
            <a:schemeClr val="tx2"/>
          </a:solidFill>
          <a:latin typeface="Tahoma" pitchFamily="34" charset="0"/>
        </a:defRPr>
      </a:lvl8pPr>
      <a:lvl9pPr marL="1828800" algn="l" rtl="0" fontAlgn="base">
        <a:spcBef>
          <a:spcPct val="0"/>
        </a:spcBef>
        <a:spcAft>
          <a:spcPct val="0"/>
        </a:spcAft>
        <a:defRPr sz="4400">
          <a:solidFill>
            <a:schemeClr val="tx2"/>
          </a:solidFill>
          <a:latin typeface="Tahoma" pitchFamily="34" charset="0"/>
        </a:defRPr>
      </a:lvl9pPr>
    </p:titleStyle>
    <p:bodyStyle>
      <a:lvl1pPr marL="342900" indent="-342900" algn="l" rtl="0" eaLnBrk="0" fontAlgn="base" hangingPunct="0">
        <a:spcBef>
          <a:spcPct val="20000"/>
        </a:spcBef>
        <a:spcAft>
          <a:spcPct val="0"/>
        </a:spcAft>
        <a:buClr>
          <a:schemeClr val="folHlink"/>
        </a:buClr>
        <a:buSzPct val="60000"/>
        <a:buFont typeface="Wingdings"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p:txBody>
          <a:bodyPr/>
          <a:lstStyle/>
          <a:p>
            <a:pPr eaLnBrk="1" hangingPunct="1"/>
            <a:r>
              <a:rPr lang="en-US" altLang="en-US" dirty="0"/>
              <a:t>MSCF Programming Prep</a:t>
            </a:r>
            <a:br>
              <a:rPr lang="en-US" altLang="en-US" dirty="0"/>
            </a:br>
            <a:r>
              <a:rPr lang="en-US" altLang="en-US" dirty="0"/>
              <a:t>46-900</a:t>
            </a:r>
          </a:p>
        </p:txBody>
      </p:sp>
      <p:sp>
        <p:nvSpPr>
          <p:cNvPr id="3075" name="Rectangle 3"/>
          <p:cNvSpPr>
            <a:spLocks noGrp="1" noChangeArrowheads="1"/>
          </p:cNvSpPr>
          <p:nvPr>
            <p:ph type="subTitle" idx="1"/>
          </p:nvPr>
        </p:nvSpPr>
        <p:spPr>
          <a:xfrm>
            <a:off x="1371600" y="3657600"/>
            <a:ext cx="6400800" cy="2209800"/>
          </a:xfrm>
        </p:spPr>
        <p:txBody>
          <a:bodyPr/>
          <a:lstStyle/>
          <a:p>
            <a:pPr eaLnBrk="1" hangingPunct="1">
              <a:spcBef>
                <a:spcPts val="0"/>
              </a:spcBef>
            </a:pPr>
            <a:r>
              <a:rPr lang="en-US" altLang="en-US" dirty="0"/>
              <a:t>MSCF, Carnegie Mellon University</a:t>
            </a:r>
          </a:p>
          <a:p>
            <a:pPr eaLnBrk="1" hangingPunct="1">
              <a:spcBef>
                <a:spcPts val="0"/>
              </a:spcBef>
            </a:pPr>
            <a:r>
              <a:rPr lang="en-US" altLang="en-US" dirty="0"/>
              <a:t>Day 1, Part 1:</a:t>
            </a:r>
          </a:p>
          <a:p>
            <a:pPr eaLnBrk="1" hangingPunct="1">
              <a:spcBef>
                <a:spcPts val="0"/>
              </a:spcBef>
            </a:pPr>
            <a:r>
              <a:rPr lang="en-US" altLang="en-US" dirty="0"/>
              <a:t>Linked Data Structures,</a:t>
            </a:r>
          </a:p>
          <a:p>
            <a:pPr eaLnBrk="1" hangingPunct="1">
              <a:spcBef>
                <a:spcPts val="0"/>
              </a:spcBef>
            </a:pPr>
            <a:r>
              <a:rPr lang="en-US" altLang="en-US" dirty="0"/>
              <a:t>Singly Linked Lists</a:t>
            </a:r>
          </a:p>
        </p:txBody>
      </p:sp>
      <p:sp>
        <p:nvSpPr>
          <p:cNvPr id="2" name="Date Placeholder 1"/>
          <p:cNvSpPr>
            <a:spLocks noGrp="1"/>
          </p:cNvSpPr>
          <p:nvPr>
            <p:ph type="dt" sz="half" idx="10"/>
          </p:nvPr>
        </p:nvSpPr>
        <p:spPr/>
        <p:txBody>
          <a:bodyPr/>
          <a:lstStyle/>
          <a:p>
            <a:pPr>
              <a:defRPr/>
            </a:pPr>
            <a:fld id="{B84B0C76-3E30-4C4A-8B25-61C478718B63}" type="datetime1">
              <a:rPr lang="en-US" smtClean="0"/>
              <a:t>8/2/2021</a:t>
            </a:fld>
            <a:endParaRPr lang="en-US"/>
          </a:p>
        </p:txBody>
      </p:sp>
      <p:sp>
        <p:nvSpPr>
          <p:cNvPr id="3" name="Footer Placeholder 2"/>
          <p:cNvSpPr>
            <a:spLocks noGrp="1"/>
          </p:cNvSpPr>
          <p:nvPr>
            <p:ph type="ftr" sz="quarter" idx="11"/>
          </p:nvPr>
        </p:nvSpPr>
        <p:spPr/>
        <p:txBody>
          <a:bodyPr/>
          <a:lstStyle/>
          <a:p>
            <a:pPr>
              <a:defRPr/>
            </a:pPr>
            <a:r>
              <a:rPr lang="en-US" dirty="0"/>
              <a:t>Copyright (c) John K. </a:t>
            </a:r>
            <a:r>
              <a:rPr lang="en-US" dirty="0" err="1"/>
              <a:t>Ostlund</a:t>
            </a:r>
            <a:endParaRPr lang="en-US" dirty="0"/>
          </a:p>
        </p:txBody>
      </p:sp>
      <p:sp>
        <p:nvSpPr>
          <p:cNvPr id="4" name="Slide Number Placeholder 3"/>
          <p:cNvSpPr>
            <a:spLocks noGrp="1"/>
          </p:cNvSpPr>
          <p:nvPr>
            <p:ph type="sldNum" sz="quarter" idx="12"/>
          </p:nvPr>
        </p:nvSpPr>
        <p:spPr/>
        <p:txBody>
          <a:bodyPr/>
          <a:lstStyle/>
          <a:p>
            <a:pPr>
              <a:defRPr/>
            </a:pPr>
            <a:fld id="{5239B93A-74DE-4B25-B352-2D94A7B0ECE9}" type="slidenum">
              <a:rPr lang="en-US" smtClean="0"/>
              <a:pPr>
                <a:defRPr/>
              </a:pPr>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pPr eaLnBrk="1" hangingPunct="1"/>
            <a:r>
              <a:rPr lang="en-US" altLang="en-US" dirty="0"/>
              <a:t>Linked Data Structures</a:t>
            </a:r>
            <a:endParaRPr lang="en-US" altLang="en-US" b="1" dirty="0">
              <a:latin typeface="Courier New" pitchFamily="49" charset="0"/>
              <a:cs typeface="Courier New" pitchFamily="49" charset="0"/>
            </a:endParaRPr>
          </a:p>
        </p:txBody>
      </p:sp>
      <p:sp>
        <p:nvSpPr>
          <p:cNvPr id="43011" name="Rectangle 3"/>
          <p:cNvSpPr>
            <a:spLocks noGrp="1" noChangeArrowheads="1"/>
          </p:cNvSpPr>
          <p:nvPr>
            <p:ph type="body" idx="1"/>
          </p:nvPr>
        </p:nvSpPr>
        <p:spPr/>
        <p:txBody>
          <a:bodyPr/>
          <a:lstStyle/>
          <a:p>
            <a:pPr eaLnBrk="1" hangingPunct="1"/>
            <a:r>
              <a:rPr lang="en-US" altLang="en-US" sz="2800" i="1" dirty="0"/>
              <a:t>Linked data structures</a:t>
            </a:r>
            <a:r>
              <a:rPr lang="en-US" altLang="en-US" sz="2800" dirty="0"/>
              <a:t> include</a:t>
            </a:r>
          </a:p>
          <a:p>
            <a:pPr lvl="1" eaLnBrk="1" hangingPunct="1"/>
            <a:r>
              <a:rPr lang="en-US" altLang="en-US" sz="2400" dirty="0"/>
              <a:t>Singly and doubly linked lists</a:t>
            </a:r>
          </a:p>
          <a:p>
            <a:pPr lvl="1" eaLnBrk="1" hangingPunct="1"/>
            <a:r>
              <a:rPr lang="en-US" altLang="en-US" sz="2400" dirty="0"/>
              <a:t>Binary search trees</a:t>
            </a:r>
          </a:p>
          <a:p>
            <a:pPr lvl="1" eaLnBrk="1" hangingPunct="1"/>
            <a:r>
              <a:rPr lang="en-US" altLang="en-US" sz="2400" dirty="0"/>
              <a:t>Stacks and queues</a:t>
            </a:r>
          </a:p>
          <a:p>
            <a:pPr lvl="1" eaLnBrk="1" hangingPunct="1"/>
            <a:r>
              <a:rPr lang="en-US" altLang="en-US" sz="2400" dirty="0"/>
              <a:t>Sets and maps/dictionaries (ordered by key)</a:t>
            </a:r>
          </a:p>
          <a:p>
            <a:pPr lvl="1" eaLnBrk="1" hangingPunct="1"/>
            <a:r>
              <a:rPr lang="en-US" altLang="en-US" sz="2400" dirty="0"/>
              <a:t>Hash tables (unordered fast lookup by key)</a:t>
            </a:r>
          </a:p>
          <a:p>
            <a:pPr lvl="1" eaLnBrk="1" hangingPunct="1"/>
            <a:r>
              <a:rPr lang="en-US" altLang="en-US" sz="2400" dirty="0"/>
              <a:t>And others</a:t>
            </a:r>
          </a:p>
          <a:p>
            <a:pPr eaLnBrk="1" hangingPunct="1"/>
            <a:r>
              <a:rPr lang="en-US" altLang="en-US" sz="2800" dirty="0"/>
              <a:t>Can be implemented as </a:t>
            </a:r>
            <a:r>
              <a:rPr lang="en-US" altLang="en-US" sz="2800" i="1" dirty="0"/>
              <a:t>classes</a:t>
            </a:r>
            <a:r>
              <a:rPr lang="en-US" altLang="en-US" sz="2800" dirty="0"/>
              <a:t> in Python</a:t>
            </a:r>
          </a:p>
        </p:txBody>
      </p:sp>
      <p:sp>
        <p:nvSpPr>
          <p:cNvPr id="2" name="Slide Number Placeholder 1"/>
          <p:cNvSpPr>
            <a:spLocks noGrp="1"/>
          </p:cNvSpPr>
          <p:nvPr>
            <p:ph type="sldNum" sz="quarter" idx="12"/>
          </p:nvPr>
        </p:nvSpPr>
        <p:spPr/>
        <p:txBody>
          <a:bodyPr/>
          <a:lstStyle/>
          <a:p>
            <a:pPr>
              <a:defRPr/>
            </a:pPr>
            <a:fld id="{9E9676BE-5AF2-4172-BD19-31A2F83EF2EB}" type="slidenum">
              <a:rPr lang="en-US" smtClean="0"/>
              <a:pPr>
                <a:defRPr/>
              </a:pPr>
              <a:t>2</a:t>
            </a:fld>
            <a:endParaRPr lang="en-US"/>
          </a:p>
        </p:txBody>
      </p:sp>
      <p:sp>
        <p:nvSpPr>
          <p:cNvPr id="6" name="Date Placeholder 5"/>
          <p:cNvSpPr>
            <a:spLocks noGrp="1"/>
          </p:cNvSpPr>
          <p:nvPr>
            <p:ph type="dt" sz="half" idx="10"/>
          </p:nvPr>
        </p:nvSpPr>
        <p:spPr/>
        <p:txBody>
          <a:bodyPr/>
          <a:lstStyle/>
          <a:p>
            <a:pPr>
              <a:defRPr/>
            </a:pPr>
            <a:fld id="{55CB3E68-4145-424F-ABC2-6F92B2C1719D}" type="datetime1">
              <a:rPr lang="en-US" smtClean="0"/>
              <a:t>8/2/2021</a:t>
            </a:fld>
            <a:endParaRPr lang="en-US"/>
          </a:p>
        </p:txBody>
      </p:sp>
      <p:sp>
        <p:nvSpPr>
          <p:cNvPr id="7" name="Footer Placeholder 6"/>
          <p:cNvSpPr>
            <a:spLocks noGrp="1"/>
          </p:cNvSpPr>
          <p:nvPr>
            <p:ph type="ftr" sz="quarter" idx="11"/>
          </p:nvPr>
        </p:nvSpPr>
        <p:spPr/>
        <p:txBody>
          <a:bodyPr/>
          <a:lstStyle/>
          <a:p>
            <a:pPr>
              <a:defRPr/>
            </a:pPr>
            <a:r>
              <a:rPr lang="en-US" sz="1000" dirty="0"/>
              <a:t>Copyright (c) John K. </a:t>
            </a:r>
            <a:r>
              <a:rPr lang="en-US" sz="1000" dirty="0" err="1"/>
              <a:t>Ostlund</a:t>
            </a:r>
            <a:endParaRPr lang="en-US" sz="1000" dirty="0"/>
          </a:p>
        </p:txBody>
      </p:sp>
    </p:spTree>
    <p:extLst>
      <p:ext uri="{BB962C8B-B14F-4D97-AF65-F5344CB8AC3E}">
        <p14:creationId xmlns:p14="http://schemas.microsoft.com/office/powerpoint/2010/main" val="4914361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pPr eaLnBrk="1" hangingPunct="1"/>
            <a:r>
              <a:rPr lang="en-US" altLang="en-US" dirty="0"/>
              <a:t>Linked Data Structures (cont.)</a:t>
            </a:r>
            <a:endParaRPr lang="en-US" altLang="en-US" b="1" dirty="0">
              <a:latin typeface="Courier New" pitchFamily="49" charset="0"/>
              <a:cs typeface="Courier New" pitchFamily="49" charset="0"/>
            </a:endParaRPr>
          </a:p>
        </p:txBody>
      </p:sp>
      <p:sp>
        <p:nvSpPr>
          <p:cNvPr id="43011" name="Rectangle 3"/>
          <p:cNvSpPr>
            <a:spLocks noGrp="1" noChangeArrowheads="1"/>
          </p:cNvSpPr>
          <p:nvPr>
            <p:ph type="body" idx="1"/>
          </p:nvPr>
        </p:nvSpPr>
        <p:spPr/>
        <p:txBody>
          <a:bodyPr/>
          <a:lstStyle/>
          <a:p>
            <a:pPr eaLnBrk="1" hangingPunct="1"/>
            <a:r>
              <a:rPr lang="en-US" altLang="en-US" sz="2800" dirty="0"/>
              <a:t>Each </a:t>
            </a:r>
            <a:r>
              <a:rPr lang="en-US" altLang="en-US" sz="2800" b="1" i="1" dirty="0"/>
              <a:t>node</a:t>
            </a:r>
            <a:r>
              <a:rPr lang="en-US" altLang="en-US" sz="2800" dirty="0"/>
              <a:t> in a linked data structure contains</a:t>
            </a:r>
          </a:p>
          <a:p>
            <a:pPr lvl="1" eaLnBrk="1" hangingPunct="1"/>
            <a:r>
              <a:rPr lang="en-US" altLang="en-US" sz="2400" dirty="0"/>
              <a:t>Some </a:t>
            </a:r>
            <a:r>
              <a:rPr lang="en-US" altLang="en-US" sz="2400" i="1" dirty="0"/>
              <a:t>data</a:t>
            </a:r>
          </a:p>
          <a:p>
            <a:pPr lvl="1" eaLnBrk="1" hangingPunct="1"/>
            <a:r>
              <a:rPr lang="en-US" altLang="en-US" sz="2400" i="1" dirty="0"/>
              <a:t>Link</a:t>
            </a:r>
            <a:r>
              <a:rPr lang="en-US" altLang="en-US" sz="2400" dirty="0"/>
              <a:t>(s) to other node(s)</a:t>
            </a:r>
          </a:p>
          <a:p>
            <a:pPr lvl="2" eaLnBrk="1" hangingPunct="1"/>
            <a:r>
              <a:rPr lang="en-US" altLang="en-US" sz="2000" i="1" dirty="0"/>
              <a:t>Reference(s)</a:t>
            </a:r>
            <a:r>
              <a:rPr lang="en-US" altLang="en-US" sz="2000" dirty="0"/>
              <a:t> to node(s) in Python</a:t>
            </a:r>
          </a:p>
          <a:p>
            <a:pPr eaLnBrk="1" hangingPunct="1"/>
            <a:r>
              <a:rPr lang="en-US" altLang="en-US" sz="2800" dirty="0"/>
              <a:t>The </a:t>
            </a:r>
            <a:r>
              <a:rPr lang="en-US" altLang="en-US" sz="2800" i="1" dirty="0"/>
              <a:t>state</a:t>
            </a:r>
            <a:r>
              <a:rPr lang="en-US" altLang="en-US" sz="2800" dirty="0"/>
              <a:t> of a linked data structure class object must include the </a:t>
            </a:r>
            <a:r>
              <a:rPr lang="en-US" altLang="en-US" sz="2800" i="1" dirty="0"/>
              <a:t>first</a:t>
            </a:r>
            <a:r>
              <a:rPr lang="en-US" altLang="en-US" sz="2800" dirty="0"/>
              <a:t> or </a:t>
            </a:r>
            <a:r>
              <a:rPr lang="en-US" altLang="en-US" sz="2800" i="1" dirty="0"/>
              <a:t>top</a:t>
            </a:r>
            <a:r>
              <a:rPr lang="en-US" altLang="en-US" sz="2800" dirty="0"/>
              <a:t> node</a:t>
            </a:r>
          </a:p>
          <a:p>
            <a:pPr lvl="1" eaLnBrk="1" hangingPunct="1"/>
            <a:r>
              <a:rPr lang="en-US" altLang="en-US" sz="2400" dirty="0"/>
              <a:t>Via a reference variable in Python</a:t>
            </a:r>
          </a:p>
          <a:p>
            <a:pPr lvl="2" eaLnBrk="1" hangingPunct="1"/>
            <a:r>
              <a:rPr lang="en-US" altLang="en-US" sz="2000" dirty="0"/>
              <a:t>A reference to </a:t>
            </a:r>
            <a:r>
              <a:rPr lang="en-US" altLang="en-US" sz="2000" b="1" dirty="0"/>
              <a:t>None</a:t>
            </a:r>
            <a:r>
              <a:rPr lang="en-US" altLang="en-US" sz="2000" dirty="0"/>
              <a:t> if the object is empty</a:t>
            </a:r>
          </a:p>
        </p:txBody>
      </p:sp>
      <p:sp>
        <p:nvSpPr>
          <p:cNvPr id="2" name="Slide Number Placeholder 1"/>
          <p:cNvSpPr>
            <a:spLocks noGrp="1"/>
          </p:cNvSpPr>
          <p:nvPr>
            <p:ph type="sldNum" sz="quarter" idx="12"/>
          </p:nvPr>
        </p:nvSpPr>
        <p:spPr/>
        <p:txBody>
          <a:bodyPr/>
          <a:lstStyle/>
          <a:p>
            <a:pPr>
              <a:defRPr/>
            </a:pPr>
            <a:fld id="{9E9676BE-5AF2-4172-BD19-31A2F83EF2EB}" type="slidenum">
              <a:rPr lang="en-US" smtClean="0"/>
              <a:pPr>
                <a:defRPr/>
              </a:pPr>
              <a:t>3</a:t>
            </a:fld>
            <a:endParaRPr lang="en-US"/>
          </a:p>
        </p:txBody>
      </p:sp>
      <p:sp>
        <p:nvSpPr>
          <p:cNvPr id="6" name="Date Placeholder 5"/>
          <p:cNvSpPr>
            <a:spLocks noGrp="1"/>
          </p:cNvSpPr>
          <p:nvPr>
            <p:ph type="dt" sz="half" idx="10"/>
          </p:nvPr>
        </p:nvSpPr>
        <p:spPr/>
        <p:txBody>
          <a:bodyPr/>
          <a:lstStyle/>
          <a:p>
            <a:pPr>
              <a:defRPr/>
            </a:pPr>
            <a:fld id="{E0AC2326-2D03-4F13-B44C-BB71BC7BF83F}" type="datetime1">
              <a:rPr lang="en-US" smtClean="0"/>
              <a:t>8/2/2021</a:t>
            </a:fld>
            <a:endParaRPr lang="en-US"/>
          </a:p>
        </p:txBody>
      </p:sp>
      <p:sp>
        <p:nvSpPr>
          <p:cNvPr id="7" name="Footer Placeholder 6"/>
          <p:cNvSpPr>
            <a:spLocks noGrp="1"/>
          </p:cNvSpPr>
          <p:nvPr>
            <p:ph type="ftr" sz="quarter" idx="11"/>
          </p:nvPr>
        </p:nvSpPr>
        <p:spPr/>
        <p:txBody>
          <a:bodyPr/>
          <a:lstStyle/>
          <a:p>
            <a:pPr>
              <a:defRPr/>
            </a:pPr>
            <a:r>
              <a:rPr lang="en-US" sz="1000" dirty="0"/>
              <a:t>Copyright (c) John K. </a:t>
            </a:r>
            <a:r>
              <a:rPr lang="en-US" sz="1000" dirty="0" err="1"/>
              <a:t>Ostlund</a:t>
            </a:r>
            <a:endParaRPr lang="en-US" sz="1000" dirty="0"/>
          </a:p>
        </p:txBody>
      </p:sp>
    </p:spTree>
    <p:extLst>
      <p:ext uri="{BB962C8B-B14F-4D97-AF65-F5344CB8AC3E}">
        <p14:creationId xmlns:p14="http://schemas.microsoft.com/office/powerpoint/2010/main" val="8892937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pPr eaLnBrk="1" hangingPunct="1"/>
            <a:r>
              <a:rPr lang="en-US" altLang="en-US" dirty="0"/>
              <a:t>Linked Data Structures (cont.)</a:t>
            </a:r>
            <a:endParaRPr lang="en-US" altLang="en-US" b="1" dirty="0">
              <a:latin typeface="Courier New" pitchFamily="49" charset="0"/>
              <a:cs typeface="Courier New" pitchFamily="49" charset="0"/>
            </a:endParaRPr>
          </a:p>
        </p:txBody>
      </p:sp>
      <p:sp>
        <p:nvSpPr>
          <p:cNvPr id="43011" name="Rectangle 3"/>
          <p:cNvSpPr>
            <a:spLocks noGrp="1" noChangeArrowheads="1"/>
          </p:cNvSpPr>
          <p:nvPr>
            <p:ph type="body" idx="1"/>
          </p:nvPr>
        </p:nvSpPr>
        <p:spPr/>
        <p:txBody>
          <a:bodyPr/>
          <a:lstStyle/>
          <a:p>
            <a:pPr eaLnBrk="1" hangingPunct="1"/>
            <a:r>
              <a:rPr lang="en-US" altLang="en-US" sz="2800" dirty="0"/>
              <a:t>All linked data structures support—in theory– arbitrary amounts of data</a:t>
            </a:r>
          </a:p>
          <a:p>
            <a:pPr eaLnBrk="1" hangingPunct="1"/>
            <a:r>
              <a:rPr lang="en-US" altLang="en-US" sz="2800" dirty="0"/>
              <a:t>Have differing </a:t>
            </a:r>
            <a:r>
              <a:rPr lang="en-US" altLang="en-US" sz="2800" i="1" dirty="0"/>
              <a:t>performances</a:t>
            </a:r>
            <a:r>
              <a:rPr lang="en-US" altLang="en-US" sz="2800" dirty="0"/>
              <a:t> in</a:t>
            </a:r>
          </a:p>
          <a:p>
            <a:pPr lvl="1" eaLnBrk="1" hangingPunct="1"/>
            <a:r>
              <a:rPr lang="en-US" altLang="en-US" sz="2400" dirty="0"/>
              <a:t>Sorting, searching</a:t>
            </a:r>
          </a:p>
          <a:p>
            <a:pPr lvl="1" eaLnBrk="1" hangingPunct="1"/>
            <a:r>
              <a:rPr lang="en-US" altLang="en-US" sz="2400" dirty="0"/>
              <a:t>Insertion, deletion</a:t>
            </a:r>
          </a:p>
          <a:p>
            <a:pPr lvl="1" eaLnBrk="1" hangingPunct="1"/>
            <a:r>
              <a:rPr lang="en-US" altLang="en-US" sz="2400" dirty="0"/>
              <a:t>Memory usage</a:t>
            </a:r>
          </a:p>
          <a:p>
            <a:pPr eaLnBrk="1" hangingPunct="1"/>
            <a:r>
              <a:rPr lang="en-US" altLang="en-US" sz="2800" dirty="0"/>
              <a:t>A </a:t>
            </a:r>
            <a:r>
              <a:rPr lang="en-US" altLang="en-US" sz="2800" i="1" dirty="0"/>
              <a:t>singly linked list</a:t>
            </a:r>
            <a:r>
              <a:rPr lang="en-US" altLang="en-US" sz="2800" dirty="0"/>
              <a:t> is simplest</a:t>
            </a:r>
          </a:p>
          <a:p>
            <a:pPr lvl="1" eaLnBrk="1" hangingPunct="1"/>
            <a:r>
              <a:rPr lang="en-US" altLang="en-US" sz="2400" dirty="0"/>
              <a:t>Slow sort and search; fast insert and delete; very little memory usage</a:t>
            </a:r>
          </a:p>
          <a:p>
            <a:pPr lvl="1" eaLnBrk="1" hangingPunct="1"/>
            <a:endParaRPr lang="en-US" altLang="en-US" sz="2400" dirty="0"/>
          </a:p>
        </p:txBody>
      </p:sp>
      <p:sp>
        <p:nvSpPr>
          <p:cNvPr id="2" name="Slide Number Placeholder 1"/>
          <p:cNvSpPr>
            <a:spLocks noGrp="1"/>
          </p:cNvSpPr>
          <p:nvPr>
            <p:ph type="sldNum" sz="quarter" idx="12"/>
          </p:nvPr>
        </p:nvSpPr>
        <p:spPr/>
        <p:txBody>
          <a:bodyPr/>
          <a:lstStyle/>
          <a:p>
            <a:pPr>
              <a:defRPr/>
            </a:pPr>
            <a:fld id="{9E9676BE-5AF2-4172-BD19-31A2F83EF2EB}" type="slidenum">
              <a:rPr lang="en-US" smtClean="0"/>
              <a:pPr>
                <a:defRPr/>
              </a:pPr>
              <a:t>4</a:t>
            </a:fld>
            <a:endParaRPr lang="en-US"/>
          </a:p>
        </p:txBody>
      </p:sp>
      <p:sp>
        <p:nvSpPr>
          <p:cNvPr id="6" name="Date Placeholder 5"/>
          <p:cNvSpPr>
            <a:spLocks noGrp="1"/>
          </p:cNvSpPr>
          <p:nvPr>
            <p:ph type="dt" sz="half" idx="10"/>
          </p:nvPr>
        </p:nvSpPr>
        <p:spPr/>
        <p:txBody>
          <a:bodyPr/>
          <a:lstStyle/>
          <a:p>
            <a:pPr>
              <a:defRPr/>
            </a:pPr>
            <a:fld id="{C81EF10A-0B64-43AF-892E-E8DF6ACC53EF}" type="datetime1">
              <a:rPr lang="en-US" smtClean="0"/>
              <a:t>8/2/2021</a:t>
            </a:fld>
            <a:endParaRPr lang="en-US"/>
          </a:p>
        </p:txBody>
      </p:sp>
      <p:sp>
        <p:nvSpPr>
          <p:cNvPr id="7" name="Footer Placeholder 6"/>
          <p:cNvSpPr>
            <a:spLocks noGrp="1"/>
          </p:cNvSpPr>
          <p:nvPr>
            <p:ph type="ftr" sz="quarter" idx="11"/>
          </p:nvPr>
        </p:nvSpPr>
        <p:spPr/>
        <p:txBody>
          <a:bodyPr/>
          <a:lstStyle/>
          <a:p>
            <a:pPr>
              <a:defRPr/>
            </a:pPr>
            <a:r>
              <a:rPr lang="en-US" sz="1000" dirty="0"/>
              <a:t>Copyright (c) John K. </a:t>
            </a:r>
            <a:r>
              <a:rPr lang="en-US" sz="1000" dirty="0" err="1"/>
              <a:t>Ostlund</a:t>
            </a:r>
            <a:endParaRPr lang="en-US" sz="1000" dirty="0"/>
          </a:p>
        </p:txBody>
      </p:sp>
    </p:spTree>
    <p:extLst>
      <p:ext uri="{BB962C8B-B14F-4D97-AF65-F5344CB8AC3E}">
        <p14:creationId xmlns:p14="http://schemas.microsoft.com/office/powerpoint/2010/main" val="24596240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pPr eaLnBrk="1" hangingPunct="1"/>
            <a:r>
              <a:rPr lang="en-US" altLang="en-US" dirty="0"/>
              <a:t>A Singly Linked List of Values</a:t>
            </a:r>
          </a:p>
        </p:txBody>
      </p:sp>
      <p:sp>
        <p:nvSpPr>
          <p:cNvPr id="2" name="Slide Number Placeholder 1"/>
          <p:cNvSpPr>
            <a:spLocks noGrp="1"/>
          </p:cNvSpPr>
          <p:nvPr>
            <p:ph type="sldNum" sz="quarter" idx="12"/>
          </p:nvPr>
        </p:nvSpPr>
        <p:spPr/>
        <p:txBody>
          <a:bodyPr/>
          <a:lstStyle/>
          <a:p>
            <a:pPr>
              <a:defRPr/>
            </a:pPr>
            <a:fld id="{9E9676BE-5AF2-4172-BD19-31A2F83EF2EB}" type="slidenum">
              <a:rPr lang="en-US" smtClean="0"/>
              <a:pPr>
                <a:defRPr/>
              </a:pPr>
              <a:t>5</a:t>
            </a:fld>
            <a:endParaRPr lang="en-US"/>
          </a:p>
        </p:txBody>
      </p:sp>
      <p:sp>
        <p:nvSpPr>
          <p:cNvPr id="50" name="Date Placeholder 49"/>
          <p:cNvSpPr>
            <a:spLocks noGrp="1"/>
          </p:cNvSpPr>
          <p:nvPr>
            <p:ph type="dt" sz="half" idx="10"/>
          </p:nvPr>
        </p:nvSpPr>
        <p:spPr/>
        <p:txBody>
          <a:bodyPr/>
          <a:lstStyle/>
          <a:p>
            <a:pPr>
              <a:defRPr/>
            </a:pPr>
            <a:fld id="{EB080388-565E-4EA4-B7F2-63A182365103}" type="datetime1">
              <a:rPr lang="en-US" smtClean="0"/>
              <a:t>8/2/2021</a:t>
            </a:fld>
            <a:endParaRPr lang="en-US"/>
          </a:p>
        </p:txBody>
      </p:sp>
      <p:sp>
        <p:nvSpPr>
          <p:cNvPr id="51" name="Footer Placeholder 50"/>
          <p:cNvSpPr>
            <a:spLocks noGrp="1"/>
          </p:cNvSpPr>
          <p:nvPr>
            <p:ph type="ftr" sz="quarter" idx="11"/>
          </p:nvPr>
        </p:nvSpPr>
        <p:spPr/>
        <p:txBody>
          <a:bodyPr/>
          <a:lstStyle/>
          <a:p>
            <a:pPr>
              <a:defRPr/>
            </a:pPr>
            <a:r>
              <a:rPr lang="en-US"/>
              <a:t>Copyright (c) John K. Ostlund</a:t>
            </a:r>
          </a:p>
        </p:txBody>
      </p:sp>
      <p:cxnSp>
        <p:nvCxnSpPr>
          <p:cNvPr id="44" name="Straight Arrow Connector 43">
            <a:extLst>
              <a:ext uri="{FF2B5EF4-FFF2-40B4-BE49-F238E27FC236}">
                <a16:creationId xmlns:a16="http://schemas.microsoft.com/office/drawing/2014/main" id="{D7C46305-CAB9-4F2E-A031-F5A8188287DF}"/>
              </a:ext>
            </a:extLst>
          </p:cNvPr>
          <p:cNvCxnSpPr>
            <a:cxnSpLocks/>
            <a:stCxn id="60" idx="3"/>
            <a:endCxn id="54" idx="1"/>
          </p:cNvCxnSpPr>
          <p:nvPr/>
        </p:nvCxnSpPr>
        <p:spPr bwMode="auto">
          <a:xfrm flipV="1">
            <a:off x="7141484" y="3760153"/>
            <a:ext cx="402316" cy="18366"/>
          </a:xfrm>
          <a:prstGeom prst="straightConnector1">
            <a:avLst/>
          </a:prstGeom>
          <a:solidFill>
            <a:schemeClr val="accent1"/>
          </a:solidFill>
          <a:ln w="38100" cap="sq" cmpd="sng" algn="ctr">
            <a:solidFill>
              <a:schemeClr val="tx1"/>
            </a:solidFill>
            <a:prstDash val="sysDot"/>
            <a:round/>
            <a:headEnd type="none" w="sm" len="sm"/>
            <a:tailEnd type="none"/>
          </a:ln>
          <a:effectLst/>
        </p:spPr>
      </p:cxnSp>
      <p:sp>
        <p:nvSpPr>
          <p:cNvPr id="45" name="Rectangle 44">
            <a:extLst>
              <a:ext uri="{FF2B5EF4-FFF2-40B4-BE49-F238E27FC236}">
                <a16:creationId xmlns:a16="http://schemas.microsoft.com/office/drawing/2014/main" id="{F9D4764B-AECE-4E3C-ADBE-90797AA830D9}"/>
              </a:ext>
            </a:extLst>
          </p:cNvPr>
          <p:cNvSpPr/>
          <p:nvPr/>
        </p:nvSpPr>
        <p:spPr bwMode="auto">
          <a:xfrm>
            <a:off x="2715544" y="2590800"/>
            <a:ext cx="1207168" cy="838198"/>
          </a:xfrm>
          <a:prstGeom prst="rect">
            <a:avLst/>
          </a:prstGeom>
          <a:noFill/>
          <a:ln w="28575" cap="sq"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Tahoma" pitchFamily="34" charset="0"/>
            </a:endParaRPr>
          </a:p>
        </p:txBody>
      </p:sp>
      <p:sp>
        <p:nvSpPr>
          <p:cNvPr id="46" name="TextBox 45">
            <a:extLst>
              <a:ext uri="{FF2B5EF4-FFF2-40B4-BE49-F238E27FC236}">
                <a16:creationId xmlns:a16="http://schemas.microsoft.com/office/drawing/2014/main" id="{ECD4B287-0EB6-4159-BB2C-600F39329EBF}"/>
              </a:ext>
            </a:extLst>
          </p:cNvPr>
          <p:cNvSpPr txBox="1"/>
          <p:nvPr/>
        </p:nvSpPr>
        <p:spPr>
          <a:xfrm>
            <a:off x="2753644" y="2794973"/>
            <a:ext cx="1066800" cy="369332"/>
          </a:xfrm>
          <a:prstGeom prst="rect">
            <a:avLst/>
          </a:prstGeom>
          <a:noFill/>
          <a:ln>
            <a:noFill/>
          </a:ln>
        </p:spPr>
        <p:txBody>
          <a:bodyPr wrap="square" rtlCol="0">
            <a:spAutoFit/>
          </a:bodyPr>
          <a:lstStyle/>
          <a:p>
            <a:pPr algn="ctr"/>
            <a:r>
              <a:rPr lang="en-US" b="1" dirty="0">
                <a:latin typeface="Courier New" panose="02070309020205020404" pitchFamily="49" charset="0"/>
                <a:cs typeface="Courier New" panose="02070309020205020404" pitchFamily="49" charset="0"/>
              </a:rPr>
              <a:t>_first</a:t>
            </a:r>
          </a:p>
        </p:txBody>
      </p:sp>
      <p:cxnSp>
        <p:nvCxnSpPr>
          <p:cNvPr id="48" name="Straight Arrow Connector 47">
            <a:extLst>
              <a:ext uri="{FF2B5EF4-FFF2-40B4-BE49-F238E27FC236}">
                <a16:creationId xmlns:a16="http://schemas.microsoft.com/office/drawing/2014/main" id="{DB93469F-31DE-466B-B0E4-28853A60C2F6}"/>
              </a:ext>
            </a:extLst>
          </p:cNvPr>
          <p:cNvCxnSpPr>
            <a:cxnSpLocks/>
            <a:stCxn id="52" idx="3"/>
          </p:cNvCxnSpPr>
          <p:nvPr/>
        </p:nvCxnSpPr>
        <p:spPr bwMode="auto">
          <a:xfrm>
            <a:off x="2239294" y="2957899"/>
            <a:ext cx="438150" cy="0"/>
          </a:xfrm>
          <a:prstGeom prst="straightConnector1">
            <a:avLst/>
          </a:prstGeom>
          <a:solidFill>
            <a:schemeClr val="accent1"/>
          </a:solidFill>
          <a:ln w="38100" cap="sq" cmpd="sng" algn="ctr">
            <a:solidFill>
              <a:schemeClr val="tx1"/>
            </a:solidFill>
            <a:prstDash val="sysDot"/>
            <a:round/>
            <a:headEnd type="none" w="sm" len="sm"/>
            <a:tailEnd type="none"/>
          </a:ln>
          <a:effectLst/>
        </p:spPr>
      </p:cxnSp>
      <p:sp>
        <p:nvSpPr>
          <p:cNvPr id="52" name="TextBox 51">
            <a:extLst>
              <a:ext uri="{FF2B5EF4-FFF2-40B4-BE49-F238E27FC236}">
                <a16:creationId xmlns:a16="http://schemas.microsoft.com/office/drawing/2014/main" id="{2EE1A5D3-CC6F-4EED-BCB1-99B37DD2836A}"/>
              </a:ext>
            </a:extLst>
          </p:cNvPr>
          <p:cNvSpPr txBox="1"/>
          <p:nvPr/>
        </p:nvSpPr>
        <p:spPr>
          <a:xfrm>
            <a:off x="1401094" y="2773233"/>
            <a:ext cx="838200" cy="369332"/>
          </a:xfrm>
          <a:prstGeom prst="rect">
            <a:avLst/>
          </a:prstGeom>
          <a:noFill/>
          <a:ln>
            <a:noFill/>
          </a:ln>
        </p:spPr>
        <p:txBody>
          <a:bodyPr wrap="square" rtlCol="0">
            <a:spAutoFit/>
          </a:bodyPr>
          <a:lstStyle/>
          <a:p>
            <a:pPr algn="ctr"/>
            <a:r>
              <a:rPr lang="en-US" b="1" dirty="0">
                <a:latin typeface="Courier New" panose="02070309020205020404" pitchFamily="49" charset="0"/>
                <a:cs typeface="Courier New" panose="02070309020205020404" pitchFamily="49" charset="0"/>
              </a:rPr>
              <a:t>s1</a:t>
            </a:r>
          </a:p>
        </p:txBody>
      </p:sp>
      <p:sp>
        <p:nvSpPr>
          <p:cNvPr id="54" name="TextBox 53">
            <a:extLst>
              <a:ext uri="{FF2B5EF4-FFF2-40B4-BE49-F238E27FC236}">
                <a16:creationId xmlns:a16="http://schemas.microsoft.com/office/drawing/2014/main" id="{C540AB2D-0D91-40C9-95D7-EAA8D6D0DC30}"/>
              </a:ext>
            </a:extLst>
          </p:cNvPr>
          <p:cNvSpPr txBox="1"/>
          <p:nvPr/>
        </p:nvSpPr>
        <p:spPr>
          <a:xfrm>
            <a:off x="7543800" y="3575487"/>
            <a:ext cx="838200" cy="369332"/>
          </a:xfrm>
          <a:prstGeom prst="rect">
            <a:avLst/>
          </a:prstGeom>
          <a:noFill/>
          <a:ln>
            <a:noFill/>
          </a:ln>
        </p:spPr>
        <p:txBody>
          <a:bodyPr wrap="square" rtlCol="0">
            <a:spAutoFit/>
          </a:bodyPr>
          <a:lstStyle/>
          <a:p>
            <a:pPr algn="ctr"/>
            <a:r>
              <a:rPr lang="en-US" b="1" dirty="0">
                <a:latin typeface="Courier New" panose="02070309020205020404" pitchFamily="49" charset="0"/>
                <a:cs typeface="Courier New" panose="02070309020205020404" pitchFamily="49" charset="0"/>
              </a:rPr>
              <a:t>None</a:t>
            </a:r>
          </a:p>
        </p:txBody>
      </p:sp>
      <p:cxnSp>
        <p:nvCxnSpPr>
          <p:cNvPr id="56" name="Straight Arrow Connector 55">
            <a:extLst>
              <a:ext uri="{FF2B5EF4-FFF2-40B4-BE49-F238E27FC236}">
                <a16:creationId xmlns:a16="http://schemas.microsoft.com/office/drawing/2014/main" id="{F61E72DA-F140-4612-8850-DA8196E61789}"/>
              </a:ext>
            </a:extLst>
          </p:cNvPr>
          <p:cNvCxnSpPr>
            <a:cxnSpLocks/>
          </p:cNvCxnSpPr>
          <p:nvPr/>
        </p:nvCxnSpPr>
        <p:spPr bwMode="auto">
          <a:xfrm flipH="1">
            <a:off x="5662150" y="3097419"/>
            <a:ext cx="15874" cy="542600"/>
          </a:xfrm>
          <a:prstGeom prst="straightConnector1">
            <a:avLst/>
          </a:prstGeom>
          <a:solidFill>
            <a:schemeClr val="accent1"/>
          </a:solidFill>
          <a:ln w="38100" cap="sq" cmpd="sng" algn="ctr">
            <a:solidFill>
              <a:schemeClr val="tx1"/>
            </a:solidFill>
            <a:prstDash val="sysDot"/>
            <a:round/>
            <a:headEnd type="none" w="sm" len="sm"/>
            <a:tailEnd type="none"/>
          </a:ln>
          <a:effectLst/>
        </p:spPr>
      </p:cxnSp>
      <p:grpSp>
        <p:nvGrpSpPr>
          <p:cNvPr id="58" name="Group 57">
            <a:extLst>
              <a:ext uri="{FF2B5EF4-FFF2-40B4-BE49-F238E27FC236}">
                <a16:creationId xmlns:a16="http://schemas.microsoft.com/office/drawing/2014/main" id="{714567CF-A4D2-4144-9494-45FDC8B9D735}"/>
              </a:ext>
            </a:extLst>
          </p:cNvPr>
          <p:cNvGrpSpPr/>
          <p:nvPr/>
        </p:nvGrpSpPr>
        <p:grpSpPr>
          <a:xfrm>
            <a:off x="5363246" y="3640019"/>
            <a:ext cx="1778238" cy="276999"/>
            <a:chOff x="4220246" y="4419600"/>
            <a:chExt cx="1778238" cy="276999"/>
          </a:xfrm>
        </p:grpSpPr>
        <p:sp>
          <p:nvSpPr>
            <p:cNvPr id="59" name="TextBox 58">
              <a:extLst>
                <a:ext uri="{FF2B5EF4-FFF2-40B4-BE49-F238E27FC236}">
                  <a16:creationId xmlns:a16="http://schemas.microsoft.com/office/drawing/2014/main" id="{24757020-7447-4542-9554-B30A04B1DBB6}"/>
                </a:ext>
              </a:extLst>
            </p:cNvPr>
            <p:cNvSpPr txBox="1"/>
            <p:nvPr/>
          </p:nvSpPr>
          <p:spPr>
            <a:xfrm>
              <a:off x="4220246" y="4419600"/>
              <a:ext cx="943892" cy="276999"/>
            </a:xfrm>
            <a:prstGeom prst="rect">
              <a:avLst/>
            </a:prstGeom>
            <a:noFill/>
            <a:ln>
              <a:solidFill>
                <a:schemeClr val="tx1"/>
              </a:solidFill>
            </a:ln>
          </p:spPr>
          <p:txBody>
            <a:bodyPr wrap="square" rtlCol="0">
              <a:spAutoFit/>
            </a:bodyPr>
            <a:lstStyle/>
            <a:p>
              <a:pPr algn="ctr"/>
              <a:r>
                <a:rPr lang="en-US" sz="1200" b="1" dirty="0">
                  <a:latin typeface="Courier New" panose="02070309020205020404" pitchFamily="49" charset="0"/>
                  <a:cs typeface="Courier New" panose="02070309020205020404" pitchFamily="49" charset="0"/>
                </a:rPr>
                <a:t>_value</a:t>
              </a:r>
            </a:p>
          </p:txBody>
        </p:sp>
        <p:sp>
          <p:nvSpPr>
            <p:cNvPr id="60" name="TextBox 59">
              <a:extLst>
                <a:ext uri="{FF2B5EF4-FFF2-40B4-BE49-F238E27FC236}">
                  <a16:creationId xmlns:a16="http://schemas.microsoft.com/office/drawing/2014/main" id="{08CB8736-7B58-4D16-A416-9DBEB84047FC}"/>
                </a:ext>
              </a:extLst>
            </p:cNvPr>
            <p:cNvSpPr txBox="1"/>
            <p:nvPr/>
          </p:nvSpPr>
          <p:spPr>
            <a:xfrm>
              <a:off x="5160284" y="4419600"/>
              <a:ext cx="838200" cy="276999"/>
            </a:xfrm>
            <a:prstGeom prst="rect">
              <a:avLst/>
            </a:prstGeom>
            <a:noFill/>
            <a:ln>
              <a:solidFill>
                <a:schemeClr val="tx1"/>
              </a:solidFill>
            </a:ln>
          </p:spPr>
          <p:txBody>
            <a:bodyPr wrap="square" rtlCol="0">
              <a:spAutoFit/>
            </a:bodyPr>
            <a:lstStyle/>
            <a:p>
              <a:pPr algn="ctr"/>
              <a:r>
                <a:rPr lang="en-US" sz="1200" b="1" dirty="0">
                  <a:latin typeface="Courier New" panose="02070309020205020404" pitchFamily="49" charset="0"/>
                  <a:cs typeface="Courier New" panose="02070309020205020404" pitchFamily="49" charset="0"/>
                </a:rPr>
                <a:t>_next</a:t>
              </a:r>
            </a:p>
          </p:txBody>
        </p:sp>
      </p:grpSp>
      <p:cxnSp>
        <p:nvCxnSpPr>
          <p:cNvPr id="61" name="Straight Arrow Connector 60">
            <a:extLst>
              <a:ext uri="{FF2B5EF4-FFF2-40B4-BE49-F238E27FC236}">
                <a16:creationId xmlns:a16="http://schemas.microsoft.com/office/drawing/2014/main" id="{2C98743F-4115-4DCA-BB52-D670A6CB0DC4}"/>
              </a:ext>
            </a:extLst>
          </p:cNvPr>
          <p:cNvCxnSpPr>
            <a:cxnSpLocks/>
          </p:cNvCxnSpPr>
          <p:nvPr/>
        </p:nvCxnSpPr>
        <p:spPr bwMode="auto">
          <a:xfrm>
            <a:off x="5835192" y="3894713"/>
            <a:ext cx="108408" cy="202506"/>
          </a:xfrm>
          <a:prstGeom prst="straightConnector1">
            <a:avLst/>
          </a:prstGeom>
          <a:solidFill>
            <a:schemeClr val="accent1"/>
          </a:solidFill>
          <a:ln w="38100" cap="sq" cmpd="sng" algn="ctr">
            <a:solidFill>
              <a:schemeClr val="tx1"/>
            </a:solidFill>
            <a:prstDash val="sysDot"/>
            <a:round/>
            <a:headEnd type="none" w="sm" len="sm"/>
            <a:tailEnd type="none"/>
          </a:ln>
          <a:effectLst/>
        </p:spPr>
      </p:cxnSp>
      <p:sp>
        <p:nvSpPr>
          <p:cNvPr id="62" name="TextBox 61">
            <a:extLst>
              <a:ext uri="{FF2B5EF4-FFF2-40B4-BE49-F238E27FC236}">
                <a16:creationId xmlns:a16="http://schemas.microsoft.com/office/drawing/2014/main" id="{C4D75D97-63E5-4B65-ADBB-679B6F545673}"/>
              </a:ext>
            </a:extLst>
          </p:cNvPr>
          <p:cNvSpPr txBox="1"/>
          <p:nvPr/>
        </p:nvSpPr>
        <p:spPr>
          <a:xfrm>
            <a:off x="5638800" y="4050268"/>
            <a:ext cx="838200" cy="369332"/>
          </a:xfrm>
          <a:prstGeom prst="rect">
            <a:avLst/>
          </a:prstGeom>
          <a:noFill/>
          <a:ln>
            <a:noFill/>
          </a:ln>
        </p:spPr>
        <p:txBody>
          <a:bodyPr wrap="square" rtlCol="0">
            <a:spAutoFit/>
          </a:bodyPr>
          <a:lstStyle/>
          <a:p>
            <a:pPr algn="ctr"/>
            <a:r>
              <a:rPr lang="en-US" b="1" dirty="0">
                <a:latin typeface="Courier New" panose="02070309020205020404" pitchFamily="49" charset="0"/>
                <a:cs typeface="Courier New" panose="02070309020205020404" pitchFamily="49" charset="0"/>
              </a:rPr>
              <a:t>12</a:t>
            </a:r>
          </a:p>
        </p:txBody>
      </p:sp>
      <p:cxnSp>
        <p:nvCxnSpPr>
          <p:cNvPr id="63" name="Straight Arrow Connector 62">
            <a:extLst>
              <a:ext uri="{FF2B5EF4-FFF2-40B4-BE49-F238E27FC236}">
                <a16:creationId xmlns:a16="http://schemas.microsoft.com/office/drawing/2014/main" id="{B26DDA62-F264-4B91-BAD5-98F1E0138074}"/>
              </a:ext>
            </a:extLst>
          </p:cNvPr>
          <p:cNvCxnSpPr>
            <a:cxnSpLocks/>
          </p:cNvCxnSpPr>
          <p:nvPr/>
        </p:nvCxnSpPr>
        <p:spPr bwMode="auto">
          <a:xfrm>
            <a:off x="3810000" y="2956323"/>
            <a:ext cx="407066" cy="1576"/>
          </a:xfrm>
          <a:prstGeom prst="straightConnector1">
            <a:avLst/>
          </a:prstGeom>
          <a:solidFill>
            <a:schemeClr val="accent1"/>
          </a:solidFill>
          <a:ln w="38100" cap="sq" cmpd="sng" algn="ctr">
            <a:solidFill>
              <a:schemeClr val="tx1"/>
            </a:solidFill>
            <a:prstDash val="sysDot"/>
            <a:round/>
            <a:headEnd type="none" w="sm" len="sm"/>
            <a:tailEnd type="none"/>
          </a:ln>
          <a:effectLst/>
        </p:spPr>
      </p:cxnSp>
      <p:grpSp>
        <p:nvGrpSpPr>
          <p:cNvPr id="64" name="Group 63">
            <a:extLst>
              <a:ext uri="{FF2B5EF4-FFF2-40B4-BE49-F238E27FC236}">
                <a16:creationId xmlns:a16="http://schemas.microsoft.com/office/drawing/2014/main" id="{16FA4FE4-FEC9-4FF9-AB2E-F69478329A48}"/>
              </a:ext>
            </a:extLst>
          </p:cNvPr>
          <p:cNvGrpSpPr/>
          <p:nvPr/>
        </p:nvGrpSpPr>
        <p:grpSpPr>
          <a:xfrm>
            <a:off x="4246312" y="2819400"/>
            <a:ext cx="1778238" cy="276999"/>
            <a:chOff x="4220246" y="4419600"/>
            <a:chExt cx="1778238" cy="276999"/>
          </a:xfrm>
        </p:grpSpPr>
        <p:sp>
          <p:nvSpPr>
            <p:cNvPr id="70" name="TextBox 69">
              <a:extLst>
                <a:ext uri="{FF2B5EF4-FFF2-40B4-BE49-F238E27FC236}">
                  <a16:creationId xmlns:a16="http://schemas.microsoft.com/office/drawing/2014/main" id="{623B829C-570C-42C1-9EAC-C551BBE3FD9D}"/>
                </a:ext>
              </a:extLst>
            </p:cNvPr>
            <p:cNvSpPr txBox="1"/>
            <p:nvPr/>
          </p:nvSpPr>
          <p:spPr>
            <a:xfrm>
              <a:off x="4220246" y="4419600"/>
              <a:ext cx="943892" cy="276999"/>
            </a:xfrm>
            <a:prstGeom prst="rect">
              <a:avLst/>
            </a:prstGeom>
            <a:noFill/>
            <a:ln>
              <a:solidFill>
                <a:schemeClr val="tx1"/>
              </a:solidFill>
            </a:ln>
          </p:spPr>
          <p:txBody>
            <a:bodyPr wrap="square" rtlCol="0">
              <a:spAutoFit/>
            </a:bodyPr>
            <a:lstStyle/>
            <a:p>
              <a:pPr algn="ctr"/>
              <a:r>
                <a:rPr lang="en-US" sz="1200" b="1" dirty="0">
                  <a:latin typeface="Courier New" panose="02070309020205020404" pitchFamily="49" charset="0"/>
                  <a:cs typeface="Courier New" panose="02070309020205020404" pitchFamily="49" charset="0"/>
                </a:rPr>
                <a:t>_value</a:t>
              </a:r>
            </a:p>
          </p:txBody>
        </p:sp>
        <p:sp>
          <p:nvSpPr>
            <p:cNvPr id="71" name="TextBox 70">
              <a:extLst>
                <a:ext uri="{FF2B5EF4-FFF2-40B4-BE49-F238E27FC236}">
                  <a16:creationId xmlns:a16="http://schemas.microsoft.com/office/drawing/2014/main" id="{3E292741-9D44-463A-90F0-75808F5F2FD0}"/>
                </a:ext>
              </a:extLst>
            </p:cNvPr>
            <p:cNvSpPr txBox="1"/>
            <p:nvPr/>
          </p:nvSpPr>
          <p:spPr>
            <a:xfrm>
              <a:off x="5160284" y="4419600"/>
              <a:ext cx="838200" cy="276999"/>
            </a:xfrm>
            <a:prstGeom prst="rect">
              <a:avLst/>
            </a:prstGeom>
            <a:noFill/>
            <a:ln>
              <a:solidFill>
                <a:schemeClr val="tx1"/>
              </a:solidFill>
            </a:ln>
          </p:spPr>
          <p:txBody>
            <a:bodyPr wrap="square" rtlCol="0">
              <a:spAutoFit/>
            </a:bodyPr>
            <a:lstStyle/>
            <a:p>
              <a:pPr algn="ctr"/>
              <a:r>
                <a:rPr lang="en-US" sz="1200" b="1" dirty="0">
                  <a:latin typeface="Courier New" panose="02070309020205020404" pitchFamily="49" charset="0"/>
                  <a:cs typeface="Courier New" panose="02070309020205020404" pitchFamily="49" charset="0"/>
                </a:rPr>
                <a:t>_next</a:t>
              </a:r>
            </a:p>
          </p:txBody>
        </p:sp>
      </p:grpSp>
      <p:cxnSp>
        <p:nvCxnSpPr>
          <p:cNvPr id="72" name="Straight Arrow Connector 71">
            <a:extLst>
              <a:ext uri="{FF2B5EF4-FFF2-40B4-BE49-F238E27FC236}">
                <a16:creationId xmlns:a16="http://schemas.microsoft.com/office/drawing/2014/main" id="{6349D3A8-1399-4787-A236-9CAC1815838A}"/>
              </a:ext>
            </a:extLst>
          </p:cNvPr>
          <p:cNvCxnSpPr>
            <a:cxnSpLocks/>
          </p:cNvCxnSpPr>
          <p:nvPr/>
        </p:nvCxnSpPr>
        <p:spPr bwMode="auto">
          <a:xfrm>
            <a:off x="4718258" y="3074094"/>
            <a:ext cx="108408" cy="202506"/>
          </a:xfrm>
          <a:prstGeom prst="straightConnector1">
            <a:avLst/>
          </a:prstGeom>
          <a:solidFill>
            <a:schemeClr val="accent1"/>
          </a:solidFill>
          <a:ln w="38100" cap="sq" cmpd="sng" algn="ctr">
            <a:solidFill>
              <a:schemeClr val="tx1"/>
            </a:solidFill>
            <a:prstDash val="sysDot"/>
            <a:round/>
            <a:headEnd type="none" w="sm" len="sm"/>
            <a:tailEnd type="none"/>
          </a:ln>
          <a:effectLst/>
        </p:spPr>
      </p:cxnSp>
      <p:sp>
        <p:nvSpPr>
          <p:cNvPr id="73" name="TextBox 72">
            <a:extLst>
              <a:ext uri="{FF2B5EF4-FFF2-40B4-BE49-F238E27FC236}">
                <a16:creationId xmlns:a16="http://schemas.microsoft.com/office/drawing/2014/main" id="{DB0C3319-D630-43F4-911A-F6D1B8F70E35}"/>
              </a:ext>
            </a:extLst>
          </p:cNvPr>
          <p:cNvSpPr txBox="1"/>
          <p:nvPr/>
        </p:nvSpPr>
        <p:spPr>
          <a:xfrm>
            <a:off x="4521866" y="3229649"/>
            <a:ext cx="838200" cy="369332"/>
          </a:xfrm>
          <a:prstGeom prst="rect">
            <a:avLst/>
          </a:prstGeom>
          <a:noFill/>
          <a:ln>
            <a:noFill/>
          </a:ln>
        </p:spPr>
        <p:txBody>
          <a:bodyPr wrap="square" rtlCol="0">
            <a:spAutoFit/>
          </a:bodyPr>
          <a:lstStyle/>
          <a:p>
            <a:pPr algn="ctr"/>
            <a:r>
              <a:rPr lang="en-US" b="1" dirty="0">
                <a:latin typeface="Courier New" panose="02070309020205020404" pitchFamily="49" charset="0"/>
                <a:cs typeface="Courier New" panose="02070309020205020404" pitchFamily="49" charset="0"/>
              </a:rPr>
              <a:t>'hi'</a:t>
            </a:r>
          </a:p>
        </p:txBody>
      </p:sp>
    </p:spTree>
    <p:extLst>
      <p:ext uri="{BB962C8B-B14F-4D97-AF65-F5344CB8AC3E}">
        <p14:creationId xmlns:p14="http://schemas.microsoft.com/office/powerpoint/2010/main" val="37902230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pPr eaLnBrk="1" hangingPunct="1"/>
            <a:r>
              <a:rPr lang="en-US" altLang="en-US" dirty="0"/>
              <a:t>Singly Linked List Code: </a:t>
            </a:r>
            <a:r>
              <a:rPr lang="en-US" altLang="en-US" b="1" dirty="0"/>
              <a:t>__</a:t>
            </a:r>
            <a:r>
              <a:rPr lang="en-US" altLang="en-US" b="1" dirty="0" err="1"/>
              <a:t>init</a:t>
            </a:r>
            <a:r>
              <a:rPr lang="en-US" altLang="en-US" b="1" dirty="0"/>
              <a:t>__()</a:t>
            </a:r>
          </a:p>
        </p:txBody>
      </p:sp>
      <p:sp>
        <p:nvSpPr>
          <p:cNvPr id="43011" name="Rectangle 3"/>
          <p:cNvSpPr>
            <a:spLocks noGrp="1" noChangeArrowheads="1"/>
          </p:cNvSpPr>
          <p:nvPr>
            <p:ph type="body" idx="1"/>
          </p:nvPr>
        </p:nvSpPr>
        <p:spPr/>
        <p:txBody>
          <a:bodyPr/>
          <a:lstStyle/>
          <a:p>
            <a:pPr marL="0" indent="0">
              <a:spcBef>
                <a:spcPts val="0"/>
              </a:spcBef>
              <a:buNone/>
            </a:pPr>
            <a:r>
              <a:rPr lang="en-US" sz="2000" b="1" dirty="0">
                <a:latin typeface="Courier New" panose="02070309020205020404" pitchFamily="49" charset="0"/>
                <a:cs typeface="Courier New" panose="02070309020205020404" pitchFamily="49" charset="0"/>
              </a:rPr>
              <a:t># File: SinglyLinkedList.py</a:t>
            </a:r>
          </a:p>
          <a:p>
            <a:pPr marL="0" indent="0">
              <a:spcBef>
                <a:spcPts val="0"/>
              </a:spcBef>
              <a:buNone/>
            </a:pPr>
            <a:endParaRPr lang="en-US" sz="2000" b="1" dirty="0">
              <a:latin typeface="Courier New" panose="02070309020205020404" pitchFamily="49" charset="0"/>
              <a:cs typeface="Courier New" panose="02070309020205020404" pitchFamily="49" charset="0"/>
            </a:endParaRPr>
          </a:p>
          <a:p>
            <a:pPr marL="0" indent="0">
              <a:spcBef>
                <a:spcPts val="0"/>
              </a:spcBef>
              <a:buNone/>
            </a:pPr>
            <a:r>
              <a:rPr lang="en-US" sz="2000" b="1" dirty="0">
                <a:latin typeface="Courier New" panose="02070309020205020404" pitchFamily="49" charset="0"/>
                <a:cs typeface="Courier New" panose="02070309020205020404" pitchFamily="49" charset="0"/>
              </a:rPr>
              <a:t>class </a:t>
            </a:r>
            <a:r>
              <a:rPr lang="en-US" sz="2000" b="1" dirty="0" err="1">
                <a:latin typeface="Courier New" panose="02070309020205020404" pitchFamily="49" charset="0"/>
                <a:cs typeface="Courier New" panose="02070309020205020404" pitchFamily="49" charset="0"/>
              </a:rPr>
              <a:t>SinglyLinkedList</a:t>
            </a:r>
            <a:r>
              <a:rPr lang="en-US" sz="2000" b="1" dirty="0">
                <a:latin typeface="Courier New" panose="02070309020205020404" pitchFamily="49" charset="0"/>
                <a:cs typeface="Courier New" panose="02070309020205020404" pitchFamily="49" charset="0"/>
              </a:rPr>
              <a:t>:</a:t>
            </a:r>
          </a:p>
          <a:p>
            <a:pPr marL="0" indent="0">
              <a:spcBef>
                <a:spcPts val="0"/>
              </a:spcBef>
              <a:buNone/>
            </a:pPr>
            <a:r>
              <a:rPr lang="en-US" sz="2000" b="1" dirty="0">
                <a:solidFill>
                  <a:srgbClr val="FF0000"/>
                </a:solidFill>
                <a:latin typeface="Courier New" panose="02070309020205020404" pitchFamily="49" charset="0"/>
                <a:cs typeface="Courier New" panose="02070309020205020404" pitchFamily="49" charset="0"/>
              </a:rPr>
              <a:t>   class _</a:t>
            </a:r>
            <a:r>
              <a:rPr lang="en-US" sz="2000" b="1" dirty="0" err="1">
                <a:solidFill>
                  <a:srgbClr val="FF0000"/>
                </a:solidFill>
                <a:latin typeface="Courier New" panose="02070309020205020404" pitchFamily="49" charset="0"/>
                <a:cs typeface="Courier New" panose="02070309020205020404" pitchFamily="49" charset="0"/>
              </a:rPr>
              <a:t>SLLNode</a:t>
            </a:r>
            <a:r>
              <a:rPr lang="en-US" sz="2000" b="1" dirty="0">
                <a:solidFill>
                  <a:srgbClr val="FF0000"/>
                </a:solidFill>
                <a:latin typeface="Courier New" panose="02070309020205020404" pitchFamily="49" charset="0"/>
                <a:cs typeface="Courier New" panose="02070309020205020404" pitchFamily="49" charset="0"/>
              </a:rPr>
              <a:t>:</a:t>
            </a:r>
          </a:p>
          <a:p>
            <a:pPr marL="0" indent="0">
              <a:spcBef>
                <a:spcPts val="0"/>
              </a:spcBef>
              <a:buNone/>
            </a:pPr>
            <a:r>
              <a:rPr lang="en-US" sz="2000" b="1" dirty="0">
                <a:solidFill>
                  <a:srgbClr val="FF0000"/>
                </a:solidFill>
                <a:latin typeface="Courier New" panose="02070309020205020404" pitchFamily="49" charset="0"/>
                <a:cs typeface="Courier New" panose="02070309020205020404" pitchFamily="49" charset="0"/>
              </a:rPr>
              <a:t>      def __</a:t>
            </a:r>
            <a:r>
              <a:rPr lang="en-US" sz="2000" b="1" dirty="0" err="1">
                <a:solidFill>
                  <a:srgbClr val="FF0000"/>
                </a:solidFill>
                <a:latin typeface="Courier New" panose="02070309020205020404" pitchFamily="49" charset="0"/>
                <a:cs typeface="Courier New" panose="02070309020205020404" pitchFamily="49" charset="0"/>
              </a:rPr>
              <a:t>init</a:t>
            </a:r>
            <a:r>
              <a:rPr lang="en-US" sz="2000" b="1" dirty="0">
                <a:solidFill>
                  <a:srgbClr val="FF0000"/>
                </a:solidFill>
                <a:latin typeface="Courier New" panose="02070309020205020404" pitchFamily="49" charset="0"/>
                <a:cs typeface="Courier New" panose="02070309020205020404" pitchFamily="49" charset="0"/>
              </a:rPr>
              <a:t>__(self, value,</a:t>
            </a:r>
          </a:p>
          <a:p>
            <a:pPr marL="0" indent="0">
              <a:spcBef>
                <a:spcPts val="0"/>
              </a:spcBef>
              <a:buNone/>
            </a:pPr>
            <a:r>
              <a:rPr lang="en-US" sz="2000" b="1" dirty="0">
                <a:solidFill>
                  <a:srgbClr val="FF0000"/>
                </a:solidFill>
                <a:latin typeface="Courier New" panose="02070309020205020404" pitchFamily="49" charset="0"/>
                <a:cs typeface="Courier New" panose="02070309020205020404" pitchFamily="49" charset="0"/>
              </a:rPr>
              <a:t>                         </a:t>
            </a:r>
            <a:r>
              <a:rPr lang="en-US" sz="2000" b="1" dirty="0" err="1">
                <a:solidFill>
                  <a:srgbClr val="FF0000"/>
                </a:solidFill>
                <a:latin typeface="Courier New" panose="02070309020205020404" pitchFamily="49" charset="0"/>
                <a:cs typeface="Courier New" panose="02070309020205020404" pitchFamily="49" charset="0"/>
              </a:rPr>
              <a:t>next_node</a:t>
            </a:r>
            <a:r>
              <a:rPr lang="en-US" sz="2000" b="1" dirty="0">
                <a:solidFill>
                  <a:srgbClr val="FF0000"/>
                </a:solidFill>
                <a:latin typeface="Courier New" panose="02070309020205020404" pitchFamily="49" charset="0"/>
                <a:cs typeface="Courier New" panose="02070309020205020404" pitchFamily="49" charset="0"/>
              </a:rPr>
              <a:t> = None):</a:t>
            </a:r>
          </a:p>
          <a:p>
            <a:pPr marL="0" indent="0">
              <a:spcBef>
                <a:spcPts val="0"/>
              </a:spcBef>
              <a:buNone/>
            </a:pPr>
            <a:r>
              <a:rPr lang="en-US" sz="2000" b="1" dirty="0">
                <a:solidFill>
                  <a:srgbClr val="FF0000"/>
                </a:solidFill>
                <a:latin typeface="Courier New" panose="02070309020205020404" pitchFamily="49" charset="0"/>
                <a:cs typeface="Courier New" panose="02070309020205020404" pitchFamily="49" charset="0"/>
              </a:rPr>
              <a:t>         </a:t>
            </a:r>
            <a:r>
              <a:rPr lang="en-US" sz="2000" b="1" dirty="0" err="1">
                <a:solidFill>
                  <a:srgbClr val="FF0000"/>
                </a:solidFill>
                <a:latin typeface="Courier New" panose="02070309020205020404" pitchFamily="49" charset="0"/>
                <a:cs typeface="Courier New" panose="02070309020205020404" pitchFamily="49" charset="0"/>
              </a:rPr>
              <a:t>self._value</a:t>
            </a:r>
            <a:r>
              <a:rPr lang="en-US" sz="2000" b="1" dirty="0">
                <a:solidFill>
                  <a:srgbClr val="FF0000"/>
                </a:solidFill>
                <a:latin typeface="Courier New" panose="02070309020205020404" pitchFamily="49" charset="0"/>
                <a:cs typeface="Courier New" panose="02070309020205020404" pitchFamily="49" charset="0"/>
              </a:rPr>
              <a:t> = value</a:t>
            </a:r>
          </a:p>
          <a:p>
            <a:pPr marL="0" indent="0">
              <a:spcBef>
                <a:spcPts val="0"/>
              </a:spcBef>
              <a:buNone/>
            </a:pPr>
            <a:r>
              <a:rPr lang="en-US" sz="2000" b="1" dirty="0">
                <a:solidFill>
                  <a:srgbClr val="FF0000"/>
                </a:solidFill>
                <a:latin typeface="Courier New" panose="02070309020205020404" pitchFamily="49" charset="0"/>
                <a:cs typeface="Courier New" panose="02070309020205020404" pitchFamily="49" charset="0"/>
              </a:rPr>
              <a:t>         </a:t>
            </a:r>
            <a:r>
              <a:rPr lang="en-US" sz="2000" b="1" dirty="0" err="1">
                <a:solidFill>
                  <a:srgbClr val="FF0000"/>
                </a:solidFill>
                <a:latin typeface="Courier New" panose="02070309020205020404" pitchFamily="49" charset="0"/>
                <a:cs typeface="Courier New" panose="02070309020205020404" pitchFamily="49" charset="0"/>
              </a:rPr>
              <a:t>self._next</a:t>
            </a:r>
            <a:r>
              <a:rPr lang="en-US" sz="2000" b="1" dirty="0">
                <a:solidFill>
                  <a:srgbClr val="FF0000"/>
                </a:solidFill>
                <a:latin typeface="Courier New" panose="02070309020205020404" pitchFamily="49" charset="0"/>
                <a:cs typeface="Courier New" panose="02070309020205020404" pitchFamily="49" charset="0"/>
              </a:rPr>
              <a:t> = </a:t>
            </a:r>
            <a:r>
              <a:rPr lang="en-US" sz="2000" b="1" dirty="0" err="1">
                <a:solidFill>
                  <a:srgbClr val="FF0000"/>
                </a:solidFill>
                <a:latin typeface="Courier New" panose="02070309020205020404" pitchFamily="49" charset="0"/>
                <a:cs typeface="Courier New" panose="02070309020205020404" pitchFamily="49" charset="0"/>
              </a:rPr>
              <a:t>next_node</a:t>
            </a:r>
            <a:r>
              <a:rPr lang="en-US" sz="2000" b="1" dirty="0">
                <a:solidFill>
                  <a:srgbClr val="FF0000"/>
                </a:solidFill>
                <a:latin typeface="Courier New" panose="02070309020205020404" pitchFamily="49" charset="0"/>
                <a:cs typeface="Courier New" panose="02070309020205020404" pitchFamily="49" charset="0"/>
              </a:rPr>
              <a:t> </a:t>
            </a:r>
            <a:r>
              <a:rPr lang="en-US" sz="2000" b="1" dirty="0">
                <a:solidFill>
                  <a:srgbClr val="00B050"/>
                </a:solidFill>
                <a:latin typeface="Courier New" panose="02070309020205020404" pitchFamily="49" charset="0"/>
                <a:cs typeface="Courier New" panose="02070309020205020404" pitchFamily="49" charset="0"/>
              </a:rPr>
              <a:t># next is keyword</a:t>
            </a:r>
          </a:p>
          <a:p>
            <a:pPr marL="0" indent="0">
              <a:spcBef>
                <a:spcPts val="0"/>
              </a:spcBef>
              <a:buNone/>
            </a:pPr>
            <a:endParaRPr lang="en-US" sz="1200" b="1" dirty="0">
              <a:latin typeface="Courier New" panose="02070309020205020404" pitchFamily="49" charset="0"/>
              <a:cs typeface="Courier New" panose="02070309020205020404" pitchFamily="49" charset="0"/>
            </a:endParaRPr>
          </a:p>
          <a:p>
            <a:pPr marL="0" indent="0">
              <a:spcBef>
                <a:spcPts val="0"/>
              </a:spcBef>
              <a:buNone/>
            </a:pPr>
            <a:r>
              <a:rPr lang="en-US" sz="2000" b="1" dirty="0">
                <a:latin typeface="Courier New" panose="02070309020205020404" pitchFamily="49" charset="0"/>
                <a:cs typeface="Courier New" panose="02070309020205020404" pitchFamily="49" charset="0"/>
              </a:rPr>
              <a:t>   def __</a:t>
            </a:r>
            <a:r>
              <a:rPr lang="en-US" sz="2000" b="1" dirty="0" err="1">
                <a:latin typeface="Courier New" panose="02070309020205020404" pitchFamily="49" charset="0"/>
                <a:cs typeface="Courier New" panose="02070309020205020404" pitchFamily="49" charset="0"/>
              </a:rPr>
              <a:t>init</a:t>
            </a:r>
            <a:r>
              <a:rPr lang="en-US" sz="2000" b="1" dirty="0">
                <a:latin typeface="Courier New" panose="02070309020205020404" pitchFamily="49" charset="0"/>
                <a:cs typeface="Courier New" panose="02070309020205020404" pitchFamily="49" charset="0"/>
              </a:rPr>
              <a:t>__(self):</a:t>
            </a:r>
          </a:p>
          <a:p>
            <a:pPr marL="0" indent="0">
              <a:spcBef>
                <a:spcPts val="0"/>
              </a:spcBef>
              <a:buNone/>
            </a:pPr>
            <a:r>
              <a:rPr lang="en-US" sz="2000" b="1" dirty="0">
                <a:latin typeface="Courier New" panose="02070309020205020404" pitchFamily="49" charset="0"/>
                <a:cs typeface="Courier New" panose="02070309020205020404" pitchFamily="49" charset="0"/>
              </a:rPr>
              <a:t>      </a:t>
            </a:r>
            <a:r>
              <a:rPr lang="en-US" sz="2000" b="1" dirty="0" err="1">
                <a:latin typeface="Courier New" panose="02070309020205020404" pitchFamily="49" charset="0"/>
                <a:cs typeface="Courier New" panose="02070309020205020404" pitchFamily="49" charset="0"/>
              </a:rPr>
              <a:t>self._first</a:t>
            </a:r>
            <a:r>
              <a:rPr lang="en-US" sz="2000" b="1" dirty="0">
                <a:latin typeface="Courier New" panose="02070309020205020404" pitchFamily="49" charset="0"/>
                <a:cs typeface="Courier New" panose="02070309020205020404" pitchFamily="49" charset="0"/>
              </a:rPr>
              <a:t> = None</a:t>
            </a:r>
          </a:p>
          <a:p>
            <a:pPr marL="0" indent="0" eaLnBrk="1" hangingPunct="1">
              <a:buNone/>
            </a:pPr>
            <a:endParaRPr lang="en-US" altLang="en-US" sz="1800" b="1" dirty="0">
              <a:latin typeface="Courier New" panose="02070309020205020404" pitchFamily="49" charset="0"/>
              <a:cs typeface="Courier New" panose="02070309020205020404" pitchFamily="49" charset="0"/>
            </a:endParaRPr>
          </a:p>
        </p:txBody>
      </p:sp>
      <p:sp>
        <p:nvSpPr>
          <p:cNvPr id="2" name="Slide Number Placeholder 1"/>
          <p:cNvSpPr>
            <a:spLocks noGrp="1"/>
          </p:cNvSpPr>
          <p:nvPr>
            <p:ph type="sldNum" sz="quarter" idx="12"/>
          </p:nvPr>
        </p:nvSpPr>
        <p:spPr/>
        <p:txBody>
          <a:bodyPr/>
          <a:lstStyle/>
          <a:p>
            <a:pPr>
              <a:defRPr/>
            </a:pPr>
            <a:fld id="{9E9676BE-5AF2-4172-BD19-31A2F83EF2EB}" type="slidenum">
              <a:rPr lang="en-US" smtClean="0"/>
              <a:pPr>
                <a:defRPr/>
              </a:pPr>
              <a:t>6</a:t>
            </a:fld>
            <a:endParaRPr lang="en-US"/>
          </a:p>
        </p:txBody>
      </p:sp>
      <p:sp>
        <p:nvSpPr>
          <p:cNvPr id="5" name="Date Placeholder 4"/>
          <p:cNvSpPr>
            <a:spLocks noGrp="1"/>
          </p:cNvSpPr>
          <p:nvPr>
            <p:ph type="dt" sz="half" idx="10"/>
          </p:nvPr>
        </p:nvSpPr>
        <p:spPr/>
        <p:txBody>
          <a:bodyPr/>
          <a:lstStyle/>
          <a:p>
            <a:pPr>
              <a:defRPr/>
            </a:pPr>
            <a:fld id="{B2A0CC13-E366-4764-A88C-37B4E99A0F7B}" type="datetime1">
              <a:rPr lang="en-US" smtClean="0"/>
              <a:t>8/2/2021</a:t>
            </a:fld>
            <a:endParaRPr lang="en-US"/>
          </a:p>
        </p:txBody>
      </p:sp>
      <p:sp>
        <p:nvSpPr>
          <p:cNvPr id="6" name="Footer Placeholder 5"/>
          <p:cNvSpPr>
            <a:spLocks noGrp="1"/>
          </p:cNvSpPr>
          <p:nvPr>
            <p:ph type="ftr" sz="quarter" idx="11"/>
          </p:nvPr>
        </p:nvSpPr>
        <p:spPr/>
        <p:txBody>
          <a:bodyPr/>
          <a:lstStyle/>
          <a:p>
            <a:pPr>
              <a:defRPr/>
            </a:pPr>
            <a:r>
              <a:rPr lang="en-US"/>
              <a:t>Copyright (c) John K. Ostlund</a:t>
            </a:r>
          </a:p>
        </p:txBody>
      </p:sp>
    </p:spTree>
    <p:extLst>
      <p:ext uri="{BB962C8B-B14F-4D97-AF65-F5344CB8AC3E}">
        <p14:creationId xmlns:p14="http://schemas.microsoft.com/office/powerpoint/2010/main" val="21464931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pPr eaLnBrk="1" hangingPunct="1"/>
            <a:r>
              <a:rPr lang="en-US" altLang="en-US" dirty="0"/>
              <a:t>Singly Linked List Application</a:t>
            </a:r>
            <a:endParaRPr lang="en-US" altLang="en-US" b="1" dirty="0"/>
          </a:p>
        </p:txBody>
      </p:sp>
      <p:sp>
        <p:nvSpPr>
          <p:cNvPr id="43011" name="Rectangle 3"/>
          <p:cNvSpPr>
            <a:spLocks noGrp="1" noChangeArrowheads="1"/>
          </p:cNvSpPr>
          <p:nvPr>
            <p:ph type="body" idx="1"/>
          </p:nvPr>
        </p:nvSpPr>
        <p:spPr/>
        <p:txBody>
          <a:bodyPr/>
          <a:lstStyle/>
          <a:p>
            <a:pPr marL="0" indent="0">
              <a:spcBef>
                <a:spcPts val="0"/>
              </a:spcBef>
              <a:buNone/>
            </a:pPr>
            <a:r>
              <a:rPr lang="en-US" sz="2000" b="1" dirty="0">
                <a:latin typeface="Courier New" panose="02070309020205020404" pitchFamily="49" charset="0"/>
                <a:cs typeface="Courier New" panose="02070309020205020404" pitchFamily="49" charset="0"/>
              </a:rPr>
              <a:t># File: SLL_app.py</a:t>
            </a:r>
          </a:p>
          <a:p>
            <a:pPr marL="0" indent="0">
              <a:spcBef>
                <a:spcPts val="0"/>
              </a:spcBef>
              <a:buNone/>
            </a:pPr>
            <a:r>
              <a:rPr lang="en-US" sz="2000" b="1" dirty="0">
                <a:latin typeface="Courier New" panose="02070309020205020404" pitchFamily="49" charset="0"/>
                <a:cs typeface="Courier New" panose="02070309020205020404" pitchFamily="49" charset="0"/>
              </a:rPr>
              <a:t>import </a:t>
            </a:r>
            <a:r>
              <a:rPr lang="en-US" sz="2000" b="1" dirty="0" err="1">
                <a:latin typeface="Courier New" panose="02070309020205020404" pitchFamily="49" charset="0"/>
                <a:cs typeface="Courier New" panose="02070309020205020404" pitchFamily="49" charset="0"/>
              </a:rPr>
              <a:t>SinglyLinkedList</a:t>
            </a:r>
            <a:r>
              <a:rPr lang="en-US" sz="2000" b="1" dirty="0">
                <a:latin typeface="Courier New" panose="02070309020205020404" pitchFamily="49" charset="0"/>
                <a:cs typeface="Courier New" panose="02070309020205020404" pitchFamily="49" charset="0"/>
              </a:rPr>
              <a:t> as </a:t>
            </a:r>
            <a:r>
              <a:rPr lang="en-US" sz="2000" b="1" dirty="0" err="1">
                <a:latin typeface="Courier New" panose="02070309020205020404" pitchFamily="49" charset="0"/>
                <a:cs typeface="Courier New" panose="02070309020205020404" pitchFamily="49" charset="0"/>
              </a:rPr>
              <a:t>sll</a:t>
            </a:r>
            <a:endParaRPr lang="en-US" sz="2000" b="1" dirty="0">
              <a:latin typeface="Courier New" panose="02070309020205020404" pitchFamily="49" charset="0"/>
              <a:cs typeface="Courier New" panose="02070309020205020404" pitchFamily="49" charset="0"/>
            </a:endParaRPr>
          </a:p>
          <a:p>
            <a:pPr marL="0" indent="0">
              <a:spcBef>
                <a:spcPts val="0"/>
              </a:spcBef>
              <a:buNone/>
            </a:pPr>
            <a:endParaRPr lang="en-US" sz="2000" b="1" dirty="0">
              <a:latin typeface="Courier New" panose="02070309020205020404" pitchFamily="49" charset="0"/>
              <a:cs typeface="Courier New" panose="02070309020205020404" pitchFamily="49" charset="0"/>
            </a:endParaRPr>
          </a:p>
          <a:p>
            <a:pPr marL="0" indent="0">
              <a:spcBef>
                <a:spcPts val="0"/>
              </a:spcBef>
              <a:buNone/>
            </a:pPr>
            <a:r>
              <a:rPr lang="en-US" sz="2000" b="1" dirty="0">
                <a:solidFill>
                  <a:srgbClr val="FF0000"/>
                </a:solidFill>
                <a:latin typeface="Courier New" panose="02070309020205020404" pitchFamily="49" charset="0"/>
                <a:cs typeface="Courier New" panose="02070309020205020404" pitchFamily="49" charset="0"/>
              </a:rPr>
              <a:t>s1 = </a:t>
            </a:r>
            <a:r>
              <a:rPr lang="en-US" sz="2000" b="1" dirty="0" err="1">
                <a:solidFill>
                  <a:srgbClr val="FF0000"/>
                </a:solidFill>
                <a:latin typeface="Courier New" panose="02070309020205020404" pitchFamily="49" charset="0"/>
                <a:cs typeface="Courier New" panose="02070309020205020404" pitchFamily="49" charset="0"/>
              </a:rPr>
              <a:t>sll.SinglyLinkedList</a:t>
            </a:r>
            <a:r>
              <a:rPr lang="en-US" sz="2000" b="1" dirty="0">
                <a:solidFill>
                  <a:srgbClr val="FF0000"/>
                </a:solidFill>
                <a:latin typeface="Courier New" panose="02070309020205020404" pitchFamily="49" charset="0"/>
                <a:cs typeface="Courier New" panose="02070309020205020404" pitchFamily="49" charset="0"/>
              </a:rPr>
              <a:t>()    # empty</a:t>
            </a:r>
          </a:p>
          <a:p>
            <a:pPr marL="0" indent="0" eaLnBrk="1" hangingPunct="1">
              <a:buNone/>
            </a:pPr>
            <a:endParaRPr lang="en-US" altLang="en-US" sz="1800" b="1" dirty="0">
              <a:latin typeface="Courier New" panose="02070309020205020404" pitchFamily="49" charset="0"/>
              <a:cs typeface="Courier New" panose="02070309020205020404" pitchFamily="49" charset="0"/>
            </a:endParaRPr>
          </a:p>
        </p:txBody>
      </p:sp>
      <p:sp>
        <p:nvSpPr>
          <p:cNvPr id="2" name="Slide Number Placeholder 1"/>
          <p:cNvSpPr>
            <a:spLocks noGrp="1"/>
          </p:cNvSpPr>
          <p:nvPr>
            <p:ph type="sldNum" sz="quarter" idx="12"/>
          </p:nvPr>
        </p:nvSpPr>
        <p:spPr/>
        <p:txBody>
          <a:bodyPr/>
          <a:lstStyle/>
          <a:p>
            <a:pPr>
              <a:defRPr/>
            </a:pPr>
            <a:fld id="{9E9676BE-5AF2-4172-BD19-31A2F83EF2EB}" type="slidenum">
              <a:rPr lang="en-US" smtClean="0"/>
              <a:pPr>
                <a:defRPr/>
              </a:pPr>
              <a:t>7</a:t>
            </a:fld>
            <a:endParaRPr lang="en-US"/>
          </a:p>
        </p:txBody>
      </p:sp>
      <p:sp>
        <p:nvSpPr>
          <p:cNvPr id="5" name="Date Placeholder 4"/>
          <p:cNvSpPr>
            <a:spLocks noGrp="1"/>
          </p:cNvSpPr>
          <p:nvPr>
            <p:ph type="dt" sz="half" idx="10"/>
          </p:nvPr>
        </p:nvSpPr>
        <p:spPr/>
        <p:txBody>
          <a:bodyPr/>
          <a:lstStyle/>
          <a:p>
            <a:pPr>
              <a:defRPr/>
            </a:pPr>
            <a:fld id="{B2A0CC13-E366-4764-A88C-37B4E99A0F7B}" type="datetime1">
              <a:rPr lang="en-US" smtClean="0"/>
              <a:t>8/2/2021</a:t>
            </a:fld>
            <a:endParaRPr lang="en-US"/>
          </a:p>
        </p:txBody>
      </p:sp>
      <p:sp>
        <p:nvSpPr>
          <p:cNvPr id="6" name="Footer Placeholder 5"/>
          <p:cNvSpPr>
            <a:spLocks noGrp="1"/>
          </p:cNvSpPr>
          <p:nvPr>
            <p:ph type="ftr" sz="quarter" idx="11"/>
          </p:nvPr>
        </p:nvSpPr>
        <p:spPr/>
        <p:txBody>
          <a:bodyPr/>
          <a:lstStyle/>
          <a:p>
            <a:pPr>
              <a:defRPr/>
            </a:pPr>
            <a:r>
              <a:rPr lang="en-US"/>
              <a:t>Copyright (c) John K. Ostlund</a:t>
            </a:r>
          </a:p>
        </p:txBody>
      </p:sp>
      <p:cxnSp>
        <p:nvCxnSpPr>
          <p:cNvPr id="7" name="Straight Arrow Connector 6">
            <a:extLst>
              <a:ext uri="{FF2B5EF4-FFF2-40B4-BE49-F238E27FC236}">
                <a16:creationId xmlns:a16="http://schemas.microsoft.com/office/drawing/2014/main" id="{FC054F9D-9431-41C4-9B4B-9400DFF294ED}"/>
              </a:ext>
            </a:extLst>
          </p:cNvPr>
          <p:cNvCxnSpPr>
            <a:cxnSpLocks/>
            <a:stCxn id="9" idx="3"/>
          </p:cNvCxnSpPr>
          <p:nvPr/>
        </p:nvCxnSpPr>
        <p:spPr bwMode="auto">
          <a:xfrm>
            <a:off x="3820444" y="4579839"/>
            <a:ext cx="578518" cy="0"/>
          </a:xfrm>
          <a:prstGeom prst="straightConnector1">
            <a:avLst/>
          </a:prstGeom>
          <a:solidFill>
            <a:schemeClr val="accent1"/>
          </a:solidFill>
          <a:ln w="38100" cap="sq" cmpd="sng" algn="ctr">
            <a:solidFill>
              <a:srgbClr val="FF0000"/>
            </a:solidFill>
            <a:prstDash val="sysDot"/>
            <a:round/>
            <a:headEnd type="none" w="sm" len="sm"/>
            <a:tailEnd type="none"/>
          </a:ln>
          <a:effectLst/>
        </p:spPr>
      </p:cxnSp>
      <p:sp>
        <p:nvSpPr>
          <p:cNvPr id="8" name="Rectangle 7">
            <a:extLst>
              <a:ext uri="{FF2B5EF4-FFF2-40B4-BE49-F238E27FC236}">
                <a16:creationId xmlns:a16="http://schemas.microsoft.com/office/drawing/2014/main" id="{F84CB2FE-3D74-4EAD-935B-3E15410C609E}"/>
              </a:ext>
            </a:extLst>
          </p:cNvPr>
          <p:cNvSpPr/>
          <p:nvPr/>
        </p:nvSpPr>
        <p:spPr bwMode="auto">
          <a:xfrm>
            <a:off x="2715544" y="4191000"/>
            <a:ext cx="1207168" cy="838198"/>
          </a:xfrm>
          <a:prstGeom prst="rect">
            <a:avLst/>
          </a:prstGeom>
          <a:noFill/>
          <a:ln w="28575" cap="sq" cmpd="sng" algn="ctr">
            <a:solidFill>
              <a:srgbClr val="FF0000"/>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Tahoma" pitchFamily="34" charset="0"/>
            </a:endParaRPr>
          </a:p>
        </p:txBody>
      </p:sp>
      <p:sp>
        <p:nvSpPr>
          <p:cNvPr id="9" name="TextBox 8">
            <a:extLst>
              <a:ext uri="{FF2B5EF4-FFF2-40B4-BE49-F238E27FC236}">
                <a16:creationId xmlns:a16="http://schemas.microsoft.com/office/drawing/2014/main" id="{4E32DC85-E750-48B6-A0C3-66AC4718F127}"/>
              </a:ext>
            </a:extLst>
          </p:cNvPr>
          <p:cNvSpPr txBox="1"/>
          <p:nvPr/>
        </p:nvSpPr>
        <p:spPr>
          <a:xfrm>
            <a:off x="2753644" y="4395173"/>
            <a:ext cx="1066800" cy="369332"/>
          </a:xfrm>
          <a:prstGeom prst="rect">
            <a:avLst/>
          </a:prstGeom>
          <a:noFill/>
          <a:ln>
            <a:noFill/>
          </a:ln>
        </p:spPr>
        <p:txBody>
          <a:bodyPr wrap="square" rtlCol="0">
            <a:spAutoFit/>
          </a:bodyPr>
          <a:lstStyle/>
          <a:p>
            <a:pPr algn="ctr"/>
            <a:r>
              <a:rPr lang="en-US" b="1" dirty="0">
                <a:latin typeface="Courier New" panose="02070309020205020404" pitchFamily="49" charset="0"/>
                <a:cs typeface="Courier New" panose="02070309020205020404" pitchFamily="49" charset="0"/>
              </a:rPr>
              <a:t>_first</a:t>
            </a:r>
          </a:p>
        </p:txBody>
      </p:sp>
      <p:cxnSp>
        <p:nvCxnSpPr>
          <p:cNvPr id="10" name="Straight Arrow Connector 9">
            <a:extLst>
              <a:ext uri="{FF2B5EF4-FFF2-40B4-BE49-F238E27FC236}">
                <a16:creationId xmlns:a16="http://schemas.microsoft.com/office/drawing/2014/main" id="{1A4603CB-3B90-4596-B5BC-CABBD7B0C724}"/>
              </a:ext>
            </a:extLst>
          </p:cNvPr>
          <p:cNvCxnSpPr>
            <a:cxnSpLocks/>
            <a:stCxn id="11" idx="3"/>
          </p:cNvCxnSpPr>
          <p:nvPr/>
        </p:nvCxnSpPr>
        <p:spPr bwMode="auto">
          <a:xfrm>
            <a:off x="2239294" y="4558099"/>
            <a:ext cx="438150" cy="0"/>
          </a:xfrm>
          <a:prstGeom prst="straightConnector1">
            <a:avLst/>
          </a:prstGeom>
          <a:solidFill>
            <a:schemeClr val="accent1"/>
          </a:solidFill>
          <a:ln w="38100" cap="sq" cmpd="sng" algn="ctr">
            <a:solidFill>
              <a:srgbClr val="FF0000"/>
            </a:solidFill>
            <a:prstDash val="sysDot"/>
            <a:round/>
            <a:headEnd type="none" w="sm" len="sm"/>
            <a:tailEnd type="none"/>
          </a:ln>
          <a:effectLst/>
        </p:spPr>
      </p:cxnSp>
      <p:sp>
        <p:nvSpPr>
          <p:cNvPr id="11" name="TextBox 10">
            <a:extLst>
              <a:ext uri="{FF2B5EF4-FFF2-40B4-BE49-F238E27FC236}">
                <a16:creationId xmlns:a16="http://schemas.microsoft.com/office/drawing/2014/main" id="{AEC2EE02-B42B-4F4D-BD3D-F9DDB036F5A7}"/>
              </a:ext>
            </a:extLst>
          </p:cNvPr>
          <p:cNvSpPr txBox="1"/>
          <p:nvPr/>
        </p:nvSpPr>
        <p:spPr>
          <a:xfrm>
            <a:off x="1401094" y="4373433"/>
            <a:ext cx="838200" cy="369332"/>
          </a:xfrm>
          <a:prstGeom prst="rect">
            <a:avLst/>
          </a:prstGeom>
          <a:noFill/>
          <a:ln>
            <a:noFill/>
          </a:ln>
        </p:spPr>
        <p:txBody>
          <a:bodyPr wrap="square" rtlCol="0">
            <a:spAutoFit/>
          </a:bodyPr>
          <a:lstStyle/>
          <a:p>
            <a:pPr algn="ctr"/>
            <a:r>
              <a:rPr lang="en-US" b="1" dirty="0">
                <a:latin typeface="Courier New" panose="02070309020205020404" pitchFamily="49" charset="0"/>
                <a:cs typeface="Courier New" panose="02070309020205020404" pitchFamily="49" charset="0"/>
              </a:rPr>
              <a:t>s1</a:t>
            </a:r>
          </a:p>
        </p:txBody>
      </p:sp>
      <p:sp>
        <p:nvSpPr>
          <p:cNvPr id="12" name="TextBox 11">
            <a:extLst>
              <a:ext uri="{FF2B5EF4-FFF2-40B4-BE49-F238E27FC236}">
                <a16:creationId xmlns:a16="http://schemas.microsoft.com/office/drawing/2014/main" id="{FD48E574-69E1-405A-B201-F79B85AA51D7}"/>
              </a:ext>
            </a:extLst>
          </p:cNvPr>
          <p:cNvSpPr txBox="1"/>
          <p:nvPr/>
        </p:nvSpPr>
        <p:spPr>
          <a:xfrm>
            <a:off x="4419600" y="4395173"/>
            <a:ext cx="838200" cy="369332"/>
          </a:xfrm>
          <a:prstGeom prst="rect">
            <a:avLst/>
          </a:prstGeom>
          <a:noFill/>
          <a:ln>
            <a:noFill/>
          </a:ln>
        </p:spPr>
        <p:txBody>
          <a:bodyPr wrap="square" rtlCol="0">
            <a:spAutoFit/>
          </a:bodyPr>
          <a:lstStyle/>
          <a:p>
            <a:pPr algn="ctr"/>
            <a:r>
              <a:rPr lang="en-US" b="1" dirty="0">
                <a:latin typeface="Courier New" panose="02070309020205020404" pitchFamily="49" charset="0"/>
                <a:cs typeface="Courier New" panose="02070309020205020404" pitchFamily="49" charset="0"/>
              </a:rPr>
              <a:t>None</a:t>
            </a:r>
          </a:p>
        </p:txBody>
      </p:sp>
    </p:spTree>
    <p:extLst>
      <p:ext uri="{BB962C8B-B14F-4D97-AF65-F5344CB8AC3E}">
        <p14:creationId xmlns:p14="http://schemas.microsoft.com/office/powerpoint/2010/main" val="33570982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pPr eaLnBrk="1" hangingPunct="1"/>
            <a:r>
              <a:rPr lang="en-US" altLang="en-US" dirty="0"/>
              <a:t>Singly Linked List Code: </a:t>
            </a:r>
            <a:r>
              <a:rPr lang="en-US" altLang="en-US" b="1" dirty="0"/>
              <a:t>insert()</a:t>
            </a:r>
          </a:p>
        </p:txBody>
      </p:sp>
      <p:sp>
        <p:nvSpPr>
          <p:cNvPr id="43011" name="Rectangle 3"/>
          <p:cNvSpPr>
            <a:spLocks noGrp="1" noChangeArrowheads="1"/>
          </p:cNvSpPr>
          <p:nvPr>
            <p:ph type="body" idx="1"/>
          </p:nvPr>
        </p:nvSpPr>
        <p:spPr/>
        <p:txBody>
          <a:bodyPr/>
          <a:lstStyle/>
          <a:p>
            <a:pPr marL="0" indent="0">
              <a:spcBef>
                <a:spcPts val="0"/>
              </a:spcBef>
              <a:buNone/>
            </a:pPr>
            <a:r>
              <a:rPr lang="en-US" sz="2000" b="1" dirty="0">
                <a:latin typeface="Courier New" panose="02070309020205020404" pitchFamily="49" charset="0"/>
                <a:cs typeface="Courier New" panose="02070309020205020404" pitchFamily="49" charset="0"/>
              </a:rPr>
              <a:t># File: SinglyLinkedList.py (</a:t>
            </a:r>
            <a:r>
              <a:rPr lang="en-US" sz="2000" b="1" dirty="0" err="1">
                <a:latin typeface="Courier New" panose="02070309020205020404" pitchFamily="49" charset="0"/>
                <a:cs typeface="Courier New" panose="02070309020205020404" pitchFamily="49" charset="0"/>
              </a:rPr>
              <a:t>cont</a:t>
            </a:r>
            <a:r>
              <a:rPr lang="en-US" sz="2000" b="1" dirty="0">
                <a:latin typeface="Courier New" panose="02070309020205020404" pitchFamily="49" charset="0"/>
                <a:cs typeface="Courier New" panose="02070309020205020404" pitchFamily="49" charset="0"/>
              </a:rPr>
              <a:t>)</a:t>
            </a:r>
          </a:p>
          <a:p>
            <a:pPr marL="0" indent="0">
              <a:spcBef>
                <a:spcPts val="0"/>
              </a:spcBef>
              <a:buNone/>
            </a:pPr>
            <a:endParaRPr lang="en-US" sz="1000" b="1" dirty="0">
              <a:latin typeface="Courier New" panose="02070309020205020404" pitchFamily="49" charset="0"/>
              <a:cs typeface="Courier New" panose="02070309020205020404" pitchFamily="49" charset="0"/>
            </a:endParaRPr>
          </a:p>
          <a:p>
            <a:pPr marL="0" indent="0">
              <a:spcBef>
                <a:spcPts val="0"/>
              </a:spcBef>
              <a:buNone/>
            </a:pPr>
            <a:r>
              <a:rPr lang="en-US" sz="2000" b="1" dirty="0">
                <a:latin typeface="Courier New" panose="02070309020205020404" pitchFamily="49" charset="0"/>
                <a:cs typeface="Courier New" panose="02070309020205020404" pitchFamily="49" charset="0"/>
              </a:rPr>
              <a:t>class </a:t>
            </a:r>
            <a:r>
              <a:rPr lang="en-US" sz="2000" b="1" dirty="0" err="1">
                <a:latin typeface="Courier New" panose="02070309020205020404" pitchFamily="49" charset="0"/>
                <a:cs typeface="Courier New" panose="02070309020205020404" pitchFamily="49" charset="0"/>
              </a:rPr>
              <a:t>SinglyLinkedList</a:t>
            </a:r>
            <a:r>
              <a:rPr lang="en-US" sz="2000" b="1" dirty="0">
                <a:latin typeface="Courier New" panose="02070309020205020404" pitchFamily="49" charset="0"/>
                <a:cs typeface="Courier New" panose="02070309020205020404" pitchFamily="49" charset="0"/>
              </a:rPr>
              <a:t>:</a:t>
            </a:r>
          </a:p>
          <a:p>
            <a:pPr marL="0" indent="0">
              <a:spcBef>
                <a:spcPts val="0"/>
              </a:spcBef>
              <a:buNone/>
            </a:pPr>
            <a:r>
              <a:rPr lang="en-US" sz="1000" b="1" dirty="0">
                <a:latin typeface="Courier New" panose="02070309020205020404" pitchFamily="49" charset="0"/>
                <a:cs typeface="Courier New" panose="02070309020205020404" pitchFamily="49" charset="0"/>
              </a:rPr>
              <a:t>... </a:t>
            </a:r>
          </a:p>
          <a:p>
            <a:pPr marL="0" indent="0">
              <a:spcBef>
                <a:spcPts val="0"/>
              </a:spcBef>
              <a:buNone/>
            </a:pPr>
            <a:r>
              <a:rPr lang="en-US" sz="2000" b="1" dirty="0">
                <a:latin typeface="Courier New" panose="02070309020205020404" pitchFamily="49" charset="0"/>
                <a:cs typeface="Courier New" panose="02070309020205020404" pitchFamily="49" charset="0"/>
              </a:rPr>
              <a:t>   def insert(self, value):</a:t>
            </a:r>
          </a:p>
          <a:p>
            <a:pPr marL="0" indent="0">
              <a:spcBef>
                <a:spcPts val="0"/>
              </a:spcBef>
              <a:buNone/>
            </a:pPr>
            <a:r>
              <a:rPr lang="en-US" sz="2000" b="1" dirty="0">
                <a:latin typeface="Courier New" panose="02070309020205020404" pitchFamily="49" charset="0"/>
                <a:cs typeface="Courier New" panose="02070309020205020404" pitchFamily="49" charset="0"/>
              </a:rPr>
              <a:t>      </a:t>
            </a:r>
            <a:r>
              <a:rPr lang="en-US" sz="2000" b="1" dirty="0" err="1">
                <a:latin typeface="Courier New" panose="02070309020205020404" pitchFamily="49" charset="0"/>
                <a:cs typeface="Courier New" panose="02070309020205020404" pitchFamily="49" charset="0"/>
              </a:rPr>
              <a:t>self._first</a:t>
            </a:r>
            <a:r>
              <a:rPr lang="en-US" sz="2000" b="1" dirty="0">
                <a:latin typeface="Courier New" panose="02070309020205020404" pitchFamily="49" charset="0"/>
                <a:cs typeface="Courier New" panose="02070309020205020404" pitchFamily="49" charset="0"/>
              </a:rPr>
              <a:t> = \</a:t>
            </a:r>
          </a:p>
          <a:p>
            <a:pPr marL="0" indent="0">
              <a:spcBef>
                <a:spcPts val="0"/>
              </a:spcBef>
              <a:buNone/>
            </a:pPr>
            <a:r>
              <a:rPr lang="en-US" sz="2000" b="1" dirty="0">
                <a:latin typeface="Courier New" panose="02070309020205020404" pitchFamily="49" charset="0"/>
                <a:cs typeface="Courier New" panose="02070309020205020404" pitchFamily="49" charset="0"/>
              </a:rPr>
              <a:t>             </a:t>
            </a:r>
            <a:r>
              <a:rPr lang="en-US" sz="2000" b="1" dirty="0" err="1">
                <a:latin typeface="Courier New" panose="02070309020205020404" pitchFamily="49" charset="0"/>
                <a:cs typeface="Courier New" panose="02070309020205020404" pitchFamily="49" charset="0"/>
              </a:rPr>
              <a:t>SinglyLinkedList</a:t>
            </a:r>
            <a:r>
              <a:rPr lang="en-US" sz="2000" b="1" dirty="0">
                <a:latin typeface="Courier New" panose="02070309020205020404" pitchFamily="49" charset="0"/>
                <a:cs typeface="Courier New" panose="02070309020205020404" pitchFamily="49" charset="0"/>
              </a:rPr>
              <a:t>._</a:t>
            </a:r>
            <a:r>
              <a:rPr lang="en-US" sz="2000" b="1" dirty="0" err="1">
                <a:latin typeface="Courier New" panose="02070309020205020404" pitchFamily="49" charset="0"/>
                <a:cs typeface="Courier New" panose="02070309020205020404" pitchFamily="49" charset="0"/>
              </a:rPr>
              <a:t>SLLNode</a:t>
            </a:r>
            <a:r>
              <a:rPr lang="en-US" sz="2000" b="1" dirty="0">
                <a:latin typeface="Courier New" panose="02070309020205020404" pitchFamily="49" charset="0"/>
                <a:cs typeface="Courier New" panose="02070309020205020404" pitchFamily="49" charset="0"/>
              </a:rPr>
              <a:t>(value,</a:t>
            </a:r>
          </a:p>
          <a:p>
            <a:pPr marL="0" indent="0">
              <a:spcBef>
                <a:spcPts val="0"/>
              </a:spcBef>
              <a:buNone/>
            </a:pPr>
            <a:r>
              <a:rPr lang="en-US" sz="2000" b="1" dirty="0">
                <a:latin typeface="Courier New" panose="02070309020205020404" pitchFamily="49" charset="0"/>
                <a:cs typeface="Courier New" panose="02070309020205020404" pitchFamily="49" charset="0"/>
              </a:rPr>
              <a:t>                                   </a:t>
            </a:r>
            <a:r>
              <a:rPr lang="en-US" sz="2000" b="1" dirty="0" err="1">
                <a:latin typeface="Courier New" panose="02070309020205020404" pitchFamily="49" charset="0"/>
                <a:cs typeface="Courier New" panose="02070309020205020404" pitchFamily="49" charset="0"/>
              </a:rPr>
              <a:t>self._first</a:t>
            </a:r>
            <a:r>
              <a:rPr lang="en-US" sz="2000" b="1" dirty="0">
                <a:latin typeface="Courier New" panose="02070309020205020404" pitchFamily="49" charset="0"/>
                <a:cs typeface="Courier New" panose="02070309020205020404" pitchFamily="49" charset="0"/>
              </a:rPr>
              <a:t>)</a:t>
            </a:r>
          </a:p>
        </p:txBody>
      </p:sp>
      <p:sp>
        <p:nvSpPr>
          <p:cNvPr id="2" name="Slide Number Placeholder 1"/>
          <p:cNvSpPr>
            <a:spLocks noGrp="1"/>
          </p:cNvSpPr>
          <p:nvPr>
            <p:ph type="sldNum" sz="quarter" idx="12"/>
          </p:nvPr>
        </p:nvSpPr>
        <p:spPr/>
        <p:txBody>
          <a:bodyPr/>
          <a:lstStyle/>
          <a:p>
            <a:pPr>
              <a:defRPr/>
            </a:pPr>
            <a:fld id="{9E9676BE-5AF2-4172-BD19-31A2F83EF2EB}" type="slidenum">
              <a:rPr lang="en-US" smtClean="0"/>
              <a:pPr>
                <a:defRPr/>
              </a:pPr>
              <a:t>8</a:t>
            </a:fld>
            <a:endParaRPr lang="en-US"/>
          </a:p>
        </p:txBody>
      </p:sp>
      <p:sp>
        <p:nvSpPr>
          <p:cNvPr id="5" name="Date Placeholder 4"/>
          <p:cNvSpPr>
            <a:spLocks noGrp="1"/>
          </p:cNvSpPr>
          <p:nvPr>
            <p:ph type="dt" sz="half" idx="10"/>
          </p:nvPr>
        </p:nvSpPr>
        <p:spPr/>
        <p:txBody>
          <a:bodyPr/>
          <a:lstStyle/>
          <a:p>
            <a:pPr>
              <a:defRPr/>
            </a:pPr>
            <a:fld id="{B2A0CC13-E366-4764-A88C-37B4E99A0F7B}" type="datetime1">
              <a:rPr lang="en-US" smtClean="0"/>
              <a:t>8/2/2021</a:t>
            </a:fld>
            <a:endParaRPr lang="en-US"/>
          </a:p>
        </p:txBody>
      </p:sp>
      <p:sp>
        <p:nvSpPr>
          <p:cNvPr id="6" name="Footer Placeholder 5"/>
          <p:cNvSpPr>
            <a:spLocks noGrp="1"/>
          </p:cNvSpPr>
          <p:nvPr>
            <p:ph type="ftr" sz="quarter" idx="11"/>
          </p:nvPr>
        </p:nvSpPr>
        <p:spPr/>
        <p:txBody>
          <a:bodyPr/>
          <a:lstStyle/>
          <a:p>
            <a:pPr>
              <a:defRPr/>
            </a:pPr>
            <a:r>
              <a:rPr lang="en-US"/>
              <a:t>Copyright (c) John K. Ostlund</a:t>
            </a:r>
          </a:p>
        </p:txBody>
      </p:sp>
    </p:spTree>
    <p:extLst>
      <p:ext uri="{BB962C8B-B14F-4D97-AF65-F5344CB8AC3E}">
        <p14:creationId xmlns:p14="http://schemas.microsoft.com/office/powerpoint/2010/main" val="38345753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pPr eaLnBrk="1" hangingPunct="1"/>
            <a:r>
              <a:rPr lang="en-US" altLang="en-US" dirty="0"/>
              <a:t>Singly Linked List Application (cont.)</a:t>
            </a:r>
            <a:endParaRPr lang="en-US" altLang="en-US" b="1" dirty="0"/>
          </a:p>
        </p:txBody>
      </p:sp>
      <p:sp>
        <p:nvSpPr>
          <p:cNvPr id="43011" name="Rectangle 3"/>
          <p:cNvSpPr>
            <a:spLocks noGrp="1" noChangeArrowheads="1"/>
          </p:cNvSpPr>
          <p:nvPr>
            <p:ph type="body" idx="1"/>
          </p:nvPr>
        </p:nvSpPr>
        <p:spPr/>
        <p:txBody>
          <a:bodyPr/>
          <a:lstStyle/>
          <a:p>
            <a:pPr marL="0" indent="0">
              <a:spcBef>
                <a:spcPts val="0"/>
              </a:spcBef>
              <a:buNone/>
            </a:pPr>
            <a:r>
              <a:rPr lang="en-US" sz="2000" b="1" dirty="0">
                <a:latin typeface="Courier New" panose="02070309020205020404" pitchFamily="49" charset="0"/>
                <a:cs typeface="Courier New" panose="02070309020205020404" pitchFamily="49" charset="0"/>
              </a:rPr>
              <a:t># File: SLL_app.py</a:t>
            </a:r>
          </a:p>
          <a:p>
            <a:pPr marL="0" indent="0">
              <a:spcBef>
                <a:spcPts val="0"/>
              </a:spcBef>
              <a:buNone/>
            </a:pPr>
            <a:r>
              <a:rPr lang="en-US" sz="2000" b="1" dirty="0">
                <a:latin typeface="Courier New" panose="02070309020205020404" pitchFamily="49" charset="0"/>
                <a:cs typeface="Courier New" panose="02070309020205020404" pitchFamily="49" charset="0"/>
              </a:rPr>
              <a:t>import </a:t>
            </a:r>
            <a:r>
              <a:rPr lang="en-US" sz="2000" b="1" dirty="0" err="1">
                <a:latin typeface="Courier New" panose="02070309020205020404" pitchFamily="49" charset="0"/>
                <a:cs typeface="Courier New" panose="02070309020205020404" pitchFamily="49" charset="0"/>
              </a:rPr>
              <a:t>SinglyLinkedList</a:t>
            </a:r>
            <a:r>
              <a:rPr lang="en-US" sz="2000" b="1" dirty="0">
                <a:latin typeface="Courier New" panose="02070309020205020404" pitchFamily="49" charset="0"/>
                <a:cs typeface="Courier New" panose="02070309020205020404" pitchFamily="49" charset="0"/>
              </a:rPr>
              <a:t> as </a:t>
            </a:r>
            <a:r>
              <a:rPr lang="en-US" sz="2000" b="1" dirty="0" err="1">
                <a:latin typeface="Courier New" panose="02070309020205020404" pitchFamily="49" charset="0"/>
                <a:cs typeface="Courier New" panose="02070309020205020404" pitchFamily="49" charset="0"/>
              </a:rPr>
              <a:t>sll</a:t>
            </a:r>
            <a:endParaRPr lang="en-US" sz="2000" b="1" dirty="0">
              <a:latin typeface="Courier New" panose="02070309020205020404" pitchFamily="49" charset="0"/>
              <a:cs typeface="Courier New" panose="02070309020205020404" pitchFamily="49" charset="0"/>
            </a:endParaRPr>
          </a:p>
          <a:p>
            <a:pPr marL="0" indent="0">
              <a:spcBef>
                <a:spcPts val="0"/>
              </a:spcBef>
              <a:buNone/>
            </a:pPr>
            <a:endParaRPr lang="en-US" sz="2000" b="1" dirty="0">
              <a:latin typeface="Courier New" panose="02070309020205020404" pitchFamily="49" charset="0"/>
              <a:cs typeface="Courier New" panose="02070309020205020404" pitchFamily="49" charset="0"/>
            </a:endParaRPr>
          </a:p>
          <a:p>
            <a:pPr marL="0" indent="0">
              <a:spcBef>
                <a:spcPts val="0"/>
              </a:spcBef>
              <a:buNone/>
            </a:pPr>
            <a:r>
              <a:rPr lang="en-US" sz="2000" b="1" dirty="0">
                <a:latin typeface="Courier New" panose="02070309020205020404" pitchFamily="49" charset="0"/>
                <a:cs typeface="Courier New" panose="02070309020205020404" pitchFamily="49" charset="0"/>
              </a:rPr>
              <a:t>s1 = </a:t>
            </a:r>
            <a:r>
              <a:rPr lang="en-US" sz="2000" b="1" dirty="0" err="1">
                <a:latin typeface="Courier New" panose="02070309020205020404" pitchFamily="49" charset="0"/>
                <a:cs typeface="Courier New" panose="02070309020205020404" pitchFamily="49" charset="0"/>
              </a:rPr>
              <a:t>sll.SinglyLinkedList</a:t>
            </a:r>
            <a:r>
              <a:rPr lang="en-US" sz="2000" b="1" dirty="0">
                <a:latin typeface="Courier New" panose="02070309020205020404" pitchFamily="49" charset="0"/>
                <a:cs typeface="Courier New" panose="02070309020205020404" pitchFamily="49" charset="0"/>
              </a:rPr>
              <a:t>()    # empty</a:t>
            </a:r>
          </a:p>
          <a:p>
            <a:pPr marL="0" indent="0">
              <a:spcBef>
                <a:spcPts val="0"/>
              </a:spcBef>
              <a:buNone/>
            </a:pPr>
            <a:r>
              <a:rPr lang="en-US" sz="2000" b="1" dirty="0">
                <a:solidFill>
                  <a:srgbClr val="FF0000"/>
                </a:solidFill>
                <a:latin typeface="Courier New" panose="02070309020205020404" pitchFamily="49" charset="0"/>
                <a:cs typeface="Courier New" panose="02070309020205020404" pitchFamily="49" charset="0"/>
              </a:rPr>
              <a:t>s1.insert(12)</a:t>
            </a:r>
          </a:p>
          <a:p>
            <a:pPr marL="0" indent="0" eaLnBrk="1" hangingPunct="1">
              <a:buNone/>
            </a:pPr>
            <a:endParaRPr lang="en-US" altLang="en-US" sz="1800" b="1" dirty="0">
              <a:latin typeface="Courier New" panose="02070309020205020404" pitchFamily="49" charset="0"/>
              <a:cs typeface="Courier New" panose="02070309020205020404" pitchFamily="49" charset="0"/>
            </a:endParaRPr>
          </a:p>
        </p:txBody>
      </p:sp>
      <p:sp>
        <p:nvSpPr>
          <p:cNvPr id="2" name="Slide Number Placeholder 1"/>
          <p:cNvSpPr>
            <a:spLocks noGrp="1"/>
          </p:cNvSpPr>
          <p:nvPr>
            <p:ph type="sldNum" sz="quarter" idx="12"/>
          </p:nvPr>
        </p:nvSpPr>
        <p:spPr/>
        <p:txBody>
          <a:bodyPr/>
          <a:lstStyle/>
          <a:p>
            <a:pPr>
              <a:defRPr/>
            </a:pPr>
            <a:fld id="{9E9676BE-5AF2-4172-BD19-31A2F83EF2EB}" type="slidenum">
              <a:rPr lang="en-US" smtClean="0"/>
              <a:pPr>
                <a:defRPr/>
              </a:pPr>
              <a:t>9</a:t>
            </a:fld>
            <a:endParaRPr lang="en-US"/>
          </a:p>
        </p:txBody>
      </p:sp>
      <p:sp>
        <p:nvSpPr>
          <p:cNvPr id="5" name="Date Placeholder 4"/>
          <p:cNvSpPr>
            <a:spLocks noGrp="1"/>
          </p:cNvSpPr>
          <p:nvPr>
            <p:ph type="dt" sz="half" idx="10"/>
          </p:nvPr>
        </p:nvSpPr>
        <p:spPr/>
        <p:txBody>
          <a:bodyPr/>
          <a:lstStyle/>
          <a:p>
            <a:pPr>
              <a:defRPr/>
            </a:pPr>
            <a:fld id="{B2A0CC13-E366-4764-A88C-37B4E99A0F7B}" type="datetime1">
              <a:rPr lang="en-US" smtClean="0"/>
              <a:t>8/2/2021</a:t>
            </a:fld>
            <a:endParaRPr lang="en-US"/>
          </a:p>
        </p:txBody>
      </p:sp>
      <p:sp>
        <p:nvSpPr>
          <p:cNvPr id="6" name="Footer Placeholder 5"/>
          <p:cNvSpPr>
            <a:spLocks noGrp="1"/>
          </p:cNvSpPr>
          <p:nvPr>
            <p:ph type="ftr" sz="quarter" idx="11"/>
          </p:nvPr>
        </p:nvSpPr>
        <p:spPr/>
        <p:txBody>
          <a:bodyPr/>
          <a:lstStyle/>
          <a:p>
            <a:pPr>
              <a:defRPr/>
            </a:pPr>
            <a:r>
              <a:rPr lang="en-US"/>
              <a:t>Copyright (c) John K. Ostlund</a:t>
            </a:r>
          </a:p>
        </p:txBody>
      </p:sp>
      <p:cxnSp>
        <p:nvCxnSpPr>
          <p:cNvPr id="7" name="Straight Arrow Connector 6">
            <a:extLst>
              <a:ext uri="{FF2B5EF4-FFF2-40B4-BE49-F238E27FC236}">
                <a16:creationId xmlns:a16="http://schemas.microsoft.com/office/drawing/2014/main" id="{FC054F9D-9431-41C4-9B4B-9400DFF294ED}"/>
              </a:ext>
            </a:extLst>
          </p:cNvPr>
          <p:cNvCxnSpPr>
            <a:cxnSpLocks/>
            <a:stCxn id="17" idx="3"/>
            <a:endCxn id="12" idx="1"/>
          </p:cNvCxnSpPr>
          <p:nvPr/>
        </p:nvCxnSpPr>
        <p:spPr bwMode="auto">
          <a:xfrm flipV="1">
            <a:off x="5998484" y="4539734"/>
            <a:ext cx="402316" cy="18366"/>
          </a:xfrm>
          <a:prstGeom prst="straightConnector1">
            <a:avLst/>
          </a:prstGeom>
          <a:solidFill>
            <a:schemeClr val="accent1"/>
          </a:solidFill>
          <a:ln w="38100" cap="sq" cmpd="sng" algn="ctr">
            <a:solidFill>
              <a:schemeClr val="tx1"/>
            </a:solidFill>
            <a:prstDash val="sysDot"/>
            <a:round/>
            <a:headEnd type="none" w="sm" len="sm"/>
            <a:tailEnd type="none"/>
          </a:ln>
          <a:effectLst/>
        </p:spPr>
      </p:cxnSp>
      <p:sp>
        <p:nvSpPr>
          <p:cNvPr id="8" name="Rectangle 7">
            <a:extLst>
              <a:ext uri="{FF2B5EF4-FFF2-40B4-BE49-F238E27FC236}">
                <a16:creationId xmlns:a16="http://schemas.microsoft.com/office/drawing/2014/main" id="{F84CB2FE-3D74-4EAD-935B-3E15410C609E}"/>
              </a:ext>
            </a:extLst>
          </p:cNvPr>
          <p:cNvSpPr/>
          <p:nvPr/>
        </p:nvSpPr>
        <p:spPr bwMode="auto">
          <a:xfrm>
            <a:off x="2715544" y="4191000"/>
            <a:ext cx="1207168" cy="838198"/>
          </a:xfrm>
          <a:prstGeom prst="rect">
            <a:avLst/>
          </a:prstGeom>
          <a:noFill/>
          <a:ln w="28575" cap="sq"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Tahoma" pitchFamily="34" charset="0"/>
            </a:endParaRPr>
          </a:p>
        </p:txBody>
      </p:sp>
      <p:sp>
        <p:nvSpPr>
          <p:cNvPr id="9" name="TextBox 8">
            <a:extLst>
              <a:ext uri="{FF2B5EF4-FFF2-40B4-BE49-F238E27FC236}">
                <a16:creationId xmlns:a16="http://schemas.microsoft.com/office/drawing/2014/main" id="{4E32DC85-E750-48B6-A0C3-66AC4718F127}"/>
              </a:ext>
            </a:extLst>
          </p:cNvPr>
          <p:cNvSpPr txBox="1"/>
          <p:nvPr/>
        </p:nvSpPr>
        <p:spPr>
          <a:xfrm>
            <a:off x="2753644" y="4395173"/>
            <a:ext cx="1066800" cy="369332"/>
          </a:xfrm>
          <a:prstGeom prst="rect">
            <a:avLst/>
          </a:prstGeom>
          <a:noFill/>
          <a:ln>
            <a:noFill/>
          </a:ln>
        </p:spPr>
        <p:txBody>
          <a:bodyPr wrap="square" rtlCol="0">
            <a:spAutoFit/>
          </a:bodyPr>
          <a:lstStyle/>
          <a:p>
            <a:pPr algn="ctr"/>
            <a:r>
              <a:rPr lang="en-US" b="1" dirty="0">
                <a:latin typeface="Courier New" panose="02070309020205020404" pitchFamily="49" charset="0"/>
                <a:cs typeface="Courier New" panose="02070309020205020404" pitchFamily="49" charset="0"/>
              </a:rPr>
              <a:t>_first</a:t>
            </a:r>
          </a:p>
        </p:txBody>
      </p:sp>
      <p:cxnSp>
        <p:nvCxnSpPr>
          <p:cNvPr id="10" name="Straight Arrow Connector 9">
            <a:extLst>
              <a:ext uri="{FF2B5EF4-FFF2-40B4-BE49-F238E27FC236}">
                <a16:creationId xmlns:a16="http://schemas.microsoft.com/office/drawing/2014/main" id="{1A4603CB-3B90-4596-B5BC-CABBD7B0C724}"/>
              </a:ext>
            </a:extLst>
          </p:cNvPr>
          <p:cNvCxnSpPr>
            <a:cxnSpLocks/>
            <a:stCxn id="11" idx="3"/>
          </p:cNvCxnSpPr>
          <p:nvPr/>
        </p:nvCxnSpPr>
        <p:spPr bwMode="auto">
          <a:xfrm>
            <a:off x="2239294" y="4558099"/>
            <a:ext cx="438150" cy="0"/>
          </a:xfrm>
          <a:prstGeom prst="straightConnector1">
            <a:avLst/>
          </a:prstGeom>
          <a:solidFill>
            <a:schemeClr val="accent1"/>
          </a:solidFill>
          <a:ln w="38100" cap="sq" cmpd="sng" algn="ctr">
            <a:solidFill>
              <a:schemeClr val="tx1"/>
            </a:solidFill>
            <a:prstDash val="sysDot"/>
            <a:round/>
            <a:headEnd type="none" w="sm" len="sm"/>
            <a:tailEnd type="none"/>
          </a:ln>
          <a:effectLst/>
        </p:spPr>
      </p:cxnSp>
      <p:sp>
        <p:nvSpPr>
          <p:cNvPr id="11" name="TextBox 10">
            <a:extLst>
              <a:ext uri="{FF2B5EF4-FFF2-40B4-BE49-F238E27FC236}">
                <a16:creationId xmlns:a16="http://schemas.microsoft.com/office/drawing/2014/main" id="{AEC2EE02-B42B-4F4D-BD3D-F9DDB036F5A7}"/>
              </a:ext>
            </a:extLst>
          </p:cNvPr>
          <p:cNvSpPr txBox="1"/>
          <p:nvPr/>
        </p:nvSpPr>
        <p:spPr>
          <a:xfrm>
            <a:off x="1401094" y="4373433"/>
            <a:ext cx="838200" cy="369332"/>
          </a:xfrm>
          <a:prstGeom prst="rect">
            <a:avLst/>
          </a:prstGeom>
          <a:noFill/>
          <a:ln>
            <a:noFill/>
          </a:ln>
        </p:spPr>
        <p:txBody>
          <a:bodyPr wrap="square" rtlCol="0">
            <a:spAutoFit/>
          </a:bodyPr>
          <a:lstStyle/>
          <a:p>
            <a:pPr algn="ctr"/>
            <a:r>
              <a:rPr lang="en-US" b="1" dirty="0">
                <a:latin typeface="Courier New" panose="02070309020205020404" pitchFamily="49" charset="0"/>
                <a:cs typeface="Courier New" panose="02070309020205020404" pitchFamily="49" charset="0"/>
              </a:rPr>
              <a:t>s1</a:t>
            </a:r>
          </a:p>
        </p:txBody>
      </p:sp>
      <p:sp>
        <p:nvSpPr>
          <p:cNvPr id="12" name="TextBox 11">
            <a:extLst>
              <a:ext uri="{FF2B5EF4-FFF2-40B4-BE49-F238E27FC236}">
                <a16:creationId xmlns:a16="http://schemas.microsoft.com/office/drawing/2014/main" id="{FD48E574-69E1-405A-B201-F79B85AA51D7}"/>
              </a:ext>
            </a:extLst>
          </p:cNvPr>
          <p:cNvSpPr txBox="1"/>
          <p:nvPr/>
        </p:nvSpPr>
        <p:spPr>
          <a:xfrm>
            <a:off x="6400800" y="4355068"/>
            <a:ext cx="838200" cy="369332"/>
          </a:xfrm>
          <a:prstGeom prst="rect">
            <a:avLst/>
          </a:prstGeom>
          <a:noFill/>
          <a:ln>
            <a:noFill/>
          </a:ln>
        </p:spPr>
        <p:txBody>
          <a:bodyPr wrap="square" rtlCol="0">
            <a:spAutoFit/>
          </a:bodyPr>
          <a:lstStyle/>
          <a:p>
            <a:pPr algn="ctr"/>
            <a:r>
              <a:rPr lang="en-US" b="1" dirty="0">
                <a:latin typeface="Courier New" panose="02070309020205020404" pitchFamily="49" charset="0"/>
                <a:cs typeface="Courier New" panose="02070309020205020404" pitchFamily="49" charset="0"/>
              </a:rPr>
              <a:t>None</a:t>
            </a:r>
          </a:p>
        </p:txBody>
      </p:sp>
      <p:cxnSp>
        <p:nvCxnSpPr>
          <p:cNvPr id="13" name="Straight Arrow Connector 12">
            <a:extLst>
              <a:ext uri="{FF2B5EF4-FFF2-40B4-BE49-F238E27FC236}">
                <a16:creationId xmlns:a16="http://schemas.microsoft.com/office/drawing/2014/main" id="{858817CD-C50B-4E8F-81FE-49AC09768845}"/>
              </a:ext>
            </a:extLst>
          </p:cNvPr>
          <p:cNvCxnSpPr>
            <a:cxnSpLocks/>
          </p:cNvCxnSpPr>
          <p:nvPr/>
        </p:nvCxnSpPr>
        <p:spPr bwMode="auto">
          <a:xfrm>
            <a:off x="3783934" y="4556523"/>
            <a:ext cx="407066" cy="1576"/>
          </a:xfrm>
          <a:prstGeom prst="straightConnector1">
            <a:avLst/>
          </a:prstGeom>
          <a:solidFill>
            <a:schemeClr val="accent1"/>
          </a:solidFill>
          <a:ln w="38100" cap="sq" cmpd="sng" algn="ctr">
            <a:solidFill>
              <a:srgbClr val="FF0000"/>
            </a:solidFill>
            <a:prstDash val="sysDot"/>
            <a:round/>
            <a:headEnd type="none" w="sm" len="sm"/>
            <a:tailEnd type="none"/>
          </a:ln>
          <a:effectLst/>
        </p:spPr>
      </p:cxnSp>
      <p:sp>
        <p:nvSpPr>
          <p:cNvPr id="14" name="TextBox 13">
            <a:extLst>
              <a:ext uri="{FF2B5EF4-FFF2-40B4-BE49-F238E27FC236}">
                <a16:creationId xmlns:a16="http://schemas.microsoft.com/office/drawing/2014/main" id="{4EE413CA-49A1-487F-AD41-C05BFF470B1D}"/>
              </a:ext>
            </a:extLst>
          </p:cNvPr>
          <p:cNvSpPr txBox="1"/>
          <p:nvPr/>
        </p:nvSpPr>
        <p:spPr>
          <a:xfrm>
            <a:off x="4220246" y="4419600"/>
            <a:ext cx="943892" cy="276999"/>
          </a:xfrm>
          <a:prstGeom prst="rect">
            <a:avLst/>
          </a:prstGeom>
          <a:noFill/>
          <a:ln>
            <a:solidFill>
              <a:srgbClr val="FF0000"/>
            </a:solidFill>
          </a:ln>
        </p:spPr>
        <p:txBody>
          <a:bodyPr wrap="square" rtlCol="0">
            <a:spAutoFit/>
          </a:bodyPr>
          <a:lstStyle/>
          <a:p>
            <a:pPr algn="ctr"/>
            <a:r>
              <a:rPr lang="en-US" sz="1200" b="1" dirty="0">
                <a:latin typeface="Courier New" panose="02070309020205020404" pitchFamily="49" charset="0"/>
                <a:cs typeface="Courier New" panose="02070309020205020404" pitchFamily="49" charset="0"/>
              </a:rPr>
              <a:t>_value</a:t>
            </a:r>
          </a:p>
        </p:txBody>
      </p:sp>
      <p:sp>
        <p:nvSpPr>
          <p:cNvPr id="17" name="TextBox 16">
            <a:extLst>
              <a:ext uri="{FF2B5EF4-FFF2-40B4-BE49-F238E27FC236}">
                <a16:creationId xmlns:a16="http://schemas.microsoft.com/office/drawing/2014/main" id="{2C62E270-5BCE-4DB3-A69B-B2AB47E4B39E}"/>
              </a:ext>
            </a:extLst>
          </p:cNvPr>
          <p:cNvSpPr txBox="1"/>
          <p:nvPr/>
        </p:nvSpPr>
        <p:spPr>
          <a:xfrm>
            <a:off x="5160284" y="4419600"/>
            <a:ext cx="838200" cy="276999"/>
          </a:xfrm>
          <a:prstGeom prst="rect">
            <a:avLst/>
          </a:prstGeom>
          <a:noFill/>
          <a:ln>
            <a:solidFill>
              <a:srgbClr val="FF0000"/>
            </a:solidFill>
          </a:ln>
        </p:spPr>
        <p:txBody>
          <a:bodyPr wrap="square" rtlCol="0">
            <a:spAutoFit/>
          </a:bodyPr>
          <a:lstStyle/>
          <a:p>
            <a:pPr algn="ctr"/>
            <a:r>
              <a:rPr lang="en-US" sz="1200" b="1" dirty="0">
                <a:latin typeface="Courier New" panose="02070309020205020404" pitchFamily="49" charset="0"/>
                <a:cs typeface="Courier New" panose="02070309020205020404" pitchFamily="49" charset="0"/>
              </a:rPr>
              <a:t>_next</a:t>
            </a:r>
          </a:p>
        </p:txBody>
      </p:sp>
      <p:cxnSp>
        <p:nvCxnSpPr>
          <p:cNvPr id="22" name="Straight Arrow Connector 21">
            <a:extLst>
              <a:ext uri="{FF2B5EF4-FFF2-40B4-BE49-F238E27FC236}">
                <a16:creationId xmlns:a16="http://schemas.microsoft.com/office/drawing/2014/main" id="{F91A27A2-F508-4EEF-AD7E-41C0CD7ADD26}"/>
              </a:ext>
            </a:extLst>
          </p:cNvPr>
          <p:cNvCxnSpPr>
            <a:cxnSpLocks/>
          </p:cNvCxnSpPr>
          <p:nvPr/>
        </p:nvCxnSpPr>
        <p:spPr bwMode="auto">
          <a:xfrm>
            <a:off x="4692192" y="4674294"/>
            <a:ext cx="108408" cy="202506"/>
          </a:xfrm>
          <a:prstGeom prst="straightConnector1">
            <a:avLst/>
          </a:prstGeom>
          <a:solidFill>
            <a:schemeClr val="accent1"/>
          </a:solidFill>
          <a:ln w="38100" cap="sq" cmpd="sng" algn="ctr">
            <a:solidFill>
              <a:srgbClr val="FF0000"/>
            </a:solidFill>
            <a:prstDash val="sysDot"/>
            <a:round/>
            <a:headEnd type="none" w="sm" len="sm"/>
            <a:tailEnd type="none"/>
          </a:ln>
          <a:effectLst/>
        </p:spPr>
      </p:cxnSp>
      <p:sp>
        <p:nvSpPr>
          <p:cNvPr id="24" name="TextBox 23">
            <a:extLst>
              <a:ext uri="{FF2B5EF4-FFF2-40B4-BE49-F238E27FC236}">
                <a16:creationId xmlns:a16="http://schemas.microsoft.com/office/drawing/2014/main" id="{29CA2D9D-1F99-482E-BE2D-BB0D8A273B7F}"/>
              </a:ext>
            </a:extLst>
          </p:cNvPr>
          <p:cNvSpPr txBox="1"/>
          <p:nvPr/>
        </p:nvSpPr>
        <p:spPr>
          <a:xfrm>
            <a:off x="4495800" y="4829849"/>
            <a:ext cx="838200" cy="369332"/>
          </a:xfrm>
          <a:prstGeom prst="rect">
            <a:avLst/>
          </a:prstGeom>
          <a:noFill/>
          <a:ln>
            <a:noFill/>
          </a:ln>
        </p:spPr>
        <p:txBody>
          <a:bodyPr wrap="square" rtlCol="0">
            <a:spAutoFit/>
          </a:bodyPr>
          <a:lstStyle/>
          <a:p>
            <a:pPr algn="ctr"/>
            <a:r>
              <a:rPr lang="en-US" b="1" dirty="0">
                <a:solidFill>
                  <a:srgbClr val="FF0000"/>
                </a:solidFill>
                <a:latin typeface="Courier New" panose="02070309020205020404" pitchFamily="49" charset="0"/>
                <a:cs typeface="Courier New" panose="02070309020205020404" pitchFamily="49" charset="0"/>
              </a:rPr>
              <a:t>12</a:t>
            </a:r>
          </a:p>
        </p:txBody>
      </p:sp>
    </p:spTree>
    <p:extLst>
      <p:ext uri="{BB962C8B-B14F-4D97-AF65-F5344CB8AC3E}">
        <p14:creationId xmlns:p14="http://schemas.microsoft.com/office/powerpoint/2010/main" val="11711583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pPr eaLnBrk="1" hangingPunct="1"/>
            <a:r>
              <a:rPr lang="en-US" altLang="en-US" dirty="0"/>
              <a:t>Singly Linked List Application (cont.)</a:t>
            </a:r>
            <a:endParaRPr lang="en-US" altLang="en-US" b="1" dirty="0"/>
          </a:p>
        </p:txBody>
      </p:sp>
      <p:sp>
        <p:nvSpPr>
          <p:cNvPr id="43011" name="Rectangle 3"/>
          <p:cNvSpPr>
            <a:spLocks noGrp="1" noChangeArrowheads="1"/>
          </p:cNvSpPr>
          <p:nvPr>
            <p:ph type="body" idx="1"/>
          </p:nvPr>
        </p:nvSpPr>
        <p:spPr/>
        <p:txBody>
          <a:bodyPr/>
          <a:lstStyle/>
          <a:p>
            <a:pPr marL="0" indent="0">
              <a:spcBef>
                <a:spcPts val="0"/>
              </a:spcBef>
              <a:buNone/>
            </a:pPr>
            <a:r>
              <a:rPr lang="en-US" sz="2000" b="1" dirty="0">
                <a:latin typeface="Courier New" panose="02070309020205020404" pitchFamily="49" charset="0"/>
                <a:cs typeface="Courier New" panose="02070309020205020404" pitchFamily="49" charset="0"/>
              </a:rPr>
              <a:t># File: SLL_app.py</a:t>
            </a:r>
          </a:p>
          <a:p>
            <a:pPr marL="0" indent="0">
              <a:spcBef>
                <a:spcPts val="0"/>
              </a:spcBef>
              <a:buNone/>
            </a:pPr>
            <a:r>
              <a:rPr lang="en-US" sz="2000" b="1" dirty="0">
                <a:latin typeface="Courier New" panose="02070309020205020404" pitchFamily="49" charset="0"/>
                <a:cs typeface="Courier New" panose="02070309020205020404" pitchFamily="49" charset="0"/>
              </a:rPr>
              <a:t>import </a:t>
            </a:r>
            <a:r>
              <a:rPr lang="en-US" sz="2000" b="1" dirty="0" err="1">
                <a:latin typeface="Courier New" panose="02070309020205020404" pitchFamily="49" charset="0"/>
                <a:cs typeface="Courier New" panose="02070309020205020404" pitchFamily="49" charset="0"/>
              </a:rPr>
              <a:t>SinglyLinkedList</a:t>
            </a:r>
            <a:r>
              <a:rPr lang="en-US" sz="2000" b="1" dirty="0">
                <a:latin typeface="Courier New" panose="02070309020205020404" pitchFamily="49" charset="0"/>
                <a:cs typeface="Courier New" panose="02070309020205020404" pitchFamily="49" charset="0"/>
              </a:rPr>
              <a:t> as </a:t>
            </a:r>
            <a:r>
              <a:rPr lang="en-US" sz="2000" b="1" dirty="0" err="1">
                <a:latin typeface="Courier New" panose="02070309020205020404" pitchFamily="49" charset="0"/>
                <a:cs typeface="Courier New" panose="02070309020205020404" pitchFamily="49" charset="0"/>
              </a:rPr>
              <a:t>sll</a:t>
            </a:r>
            <a:endParaRPr lang="en-US" sz="2000" b="1" dirty="0">
              <a:latin typeface="Courier New" panose="02070309020205020404" pitchFamily="49" charset="0"/>
              <a:cs typeface="Courier New" panose="02070309020205020404" pitchFamily="49" charset="0"/>
            </a:endParaRPr>
          </a:p>
          <a:p>
            <a:pPr marL="0" indent="0">
              <a:spcBef>
                <a:spcPts val="0"/>
              </a:spcBef>
              <a:buNone/>
            </a:pPr>
            <a:endParaRPr lang="en-US" sz="2000" b="1" dirty="0">
              <a:latin typeface="Courier New" panose="02070309020205020404" pitchFamily="49" charset="0"/>
              <a:cs typeface="Courier New" panose="02070309020205020404" pitchFamily="49" charset="0"/>
            </a:endParaRPr>
          </a:p>
          <a:p>
            <a:pPr marL="0" indent="0">
              <a:spcBef>
                <a:spcPts val="0"/>
              </a:spcBef>
              <a:buNone/>
            </a:pPr>
            <a:r>
              <a:rPr lang="en-US" sz="2000" b="1" dirty="0">
                <a:latin typeface="Courier New" panose="02070309020205020404" pitchFamily="49" charset="0"/>
                <a:cs typeface="Courier New" panose="02070309020205020404" pitchFamily="49" charset="0"/>
              </a:rPr>
              <a:t>s1 = </a:t>
            </a:r>
            <a:r>
              <a:rPr lang="en-US" sz="2000" b="1" dirty="0" err="1">
                <a:latin typeface="Courier New" panose="02070309020205020404" pitchFamily="49" charset="0"/>
                <a:cs typeface="Courier New" panose="02070309020205020404" pitchFamily="49" charset="0"/>
              </a:rPr>
              <a:t>sll.SinglyLinkedList</a:t>
            </a:r>
            <a:r>
              <a:rPr lang="en-US" sz="2000" b="1" dirty="0">
                <a:latin typeface="Courier New" panose="02070309020205020404" pitchFamily="49" charset="0"/>
                <a:cs typeface="Courier New" panose="02070309020205020404" pitchFamily="49" charset="0"/>
              </a:rPr>
              <a:t>()    # empty</a:t>
            </a:r>
          </a:p>
          <a:p>
            <a:pPr marL="0" indent="0">
              <a:spcBef>
                <a:spcPts val="0"/>
              </a:spcBef>
              <a:buNone/>
            </a:pPr>
            <a:r>
              <a:rPr lang="en-US" sz="2000" b="1" dirty="0">
                <a:latin typeface="Courier New" panose="02070309020205020404" pitchFamily="49" charset="0"/>
                <a:cs typeface="Courier New" panose="02070309020205020404" pitchFamily="49" charset="0"/>
              </a:rPr>
              <a:t>s1.insert(12)</a:t>
            </a:r>
          </a:p>
          <a:p>
            <a:pPr marL="0" indent="0">
              <a:spcBef>
                <a:spcPts val="0"/>
              </a:spcBef>
              <a:buNone/>
            </a:pPr>
            <a:r>
              <a:rPr lang="en-US" sz="2000" b="1" dirty="0">
                <a:solidFill>
                  <a:srgbClr val="00B050"/>
                </a:solidFill>
                <a:latin typeface="Courier New" panose="02070309020205020404" pitchFamily="49" charset="0"/>
                <a:cs typeface="Courier New" panose="02070309020205020404" pitchFamily="49" charset="0"/>
              </a:rPr>
              <a:t>s1.insert('hi')</a:t>
            </a:r>
          </a:p>
          <a:p>
            <a:pPr marL="0" indent="0" eaLnBrk="1" hangingPunct="1">
              <a:buNone/>
            </a:pPr>
            <a:endParaRPr lang="en-US" altLang="en-US" sz="1800" b="1" dirty="0">
              <a:latin typeface="Courier New" panose="02070309020205020404" pitchFamily="49" charset="0"/>
              <a:cs typeface="Courier New" panose="02070309020205020404" pitchFamily="49" charset="0"/>
            </a:endParaRPr>
          </a:p>
        </p:txBody>
      </p:sp>
      <p:sp>
        <p:nvSpPr>
          <p:cNvPr id="2" name="Slide Number Placeholder 1"/>
          <p:cNvSpPr>
            <a:spLocks noGrp="1"/>
          </p:cNvSpPr>
          <p:nvPr>
            <p:ph type="sldNum" sz="quarter" idx="12"/>
          </p:nvPr>
        </p:nvSpPr>
        <p:spPr/>
        <p:txBody>
          <a:bodyPr/>
          <a:lstStyle/>
          <a:p>
            <a:pPr>
              <a:defRPr/>
            </a:pPr>
            <a:fld id="{9E9676BE-5AF2-4172-BD19-31A2F83EF2EB}" type="slidenum">
              <a:rPr lang="en-US" smtClean="0"/>
              <a:pPr>
                <a:defRPr/>
              </a:pPr>
              <a:t>10</a:t>
            </a:fld>
            <a:endParaRPr lang="en-US"/>
          </a:p>
        </p:txBody>
      </p:sp>
      <p:sp>
        <p:nvSpPr>
          <p:cNvPr id="5" name="Date Placeholder 4"/>
          <p:cNvSpPr>
            <a:spLocks noGrp="1"/>
          </p:cNvSpPr>
          <p:nvPr>
            <p:ph type="dt" sz="half" idx="10"/>
          </p:nvPr>
        </p:nvSpPr>
        <p:spPr/>
        <p:txBody>
          <a:bodyPr/>
          <a:lstStyle/>
          <a:p>
            <a:pPr>
              <a:defRPr/>
            </a:pPr>
            <a:fld id="{B2A0CC13-E366-4764-A88C-37B4E99A0F7B}" type="datetime1">
              <a:rPr lang="en-US" smtClean="0"/>
              <a:t>8/2/2021</a:t>
            </a:fld>
            <a:endParaRPr lang="en-US"/>
          </a:p>
        </p:txBody>
      </p:sp>
      <p:sp>
        <p:nvSpPr>
          <p:cNvPr id="6" name="Footer Placeholder 5"/>
          <p:cNvSpPr>
            <a:spLocks noGrp="1"/>
          </p:cNvSpPr>
          <p:nvPr>
            <p:ph type="ftr" sz="quarter" idx="11"/>
          </p:nvPr>
        </p:nvSpPr>
        <p:spPr/>
        <p:txBody>
          <a:bodyPr/>
          <a:lstStyle/>
          <a:p>
            <a:pPr>
              <a:defRPr/>
            </a:pPr>
            <a:r>
              <a:rPr lang="en-US"/>
              <a:t>Copyright (c) John K. Ostlund</a:t>
            </a:r>
          </a:p>
        </p:txBody>
      </p:sp>
      <p:cxnSp>
        <p:nvCxnSpPr>
          <p:cNvPr id="7" name="Straight Arrow Connector 6">
            <a:extLst>
              <a:ext uri="{FF2B5EF4-FFF2-40B4-BE49-F238E27FC236}">
                <a16:creationId xmlns:a16="http://schemas.microsoft.com/office/drawing/2014/main" id="{FC054F9D-9431-41C4-9B4B-9400DFF294ED}"/>
              </a:ext>
            </a:extLst>
          </p:cNvPr>
          <p:cNvCxnSpPr>
            <a:cxnSpLocks/>
            <a:stCxn id="17" idx="3"/>
            <a:endCxn id="12" idx="1"/>
          </p:cNvCxnSpPr>
          <p:nvPr/>
        </p:nvCxnSpPr>
        <p:spPr bwMode="auto">
          <a:xfrm flipV="1">
            <a:off x="7141484" y="5360353"/>
            <a:ext cx="402316" cy="18366"/>
          </a:xfrm>
          <a:prstGeom prst="straightConnector1">
            <a:avLst/>
          </a:prstGeom>
          <a:solidFill>
            <a:schemeClr val="accent1"/>
          </a:solidFill>
          <a:ln w="38100" cap="sq" cmpd="sng" algn="ctr">
            <a:solidFill>
              <a:schemeClr val="tx1"/>
            </a:solidFill>
            <a:prstDash val="sysDot"/>
            <a:round/>
            <a:headEnd type="none" w="sm" len="sm"/>
            <a:tailEnd type="none"/>
          </a:ln>
          <a:effectLst/>
        </p:spPr>
      </p:cxnSp>
      <p:sp>
        <p:nvSpPr>
          <p:cNvPr id="8" name="Rectangle 7">
            <a:extLst>
              <a:ext uri="{FF2B5EF4-FFF2-40B4-BE49-F238E27FC236}">
                <a16:creationId xmlns:a16="http://schemas.microsoft.com/office/drawing/2014/main" id="{F84CB2FE-3D74-4EAD-935B-3E15410C609E}"/>
              </a:ext>
            </a:extLst>
          </p:cNvPr>
          <p:cNvSpPr/>
          <p:nvPr/>
        </p:nvSpPr>
        <p:spPr bwMode="auto">
          <a:xfrm>
            <a:off x="2715544" y="4191000"/>
            <a:ext cx="1207168" cy="838198"/>
          </a:xfrm>
          <a:prstGeom prst="rect">
            <a:avLst/>
          </a:prstGeom>
          <a:noFill/>
          <a:ln w="28575" cap="sq"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Tahoma" pitchFamily="34" charset="0"/>
            </a:endParaRPr>
          </a:p>
        </p:txBody>
      </p:sp>
      <p:sp>
        <p:nvSpPr>
          <p:cNvPr id="9" name="TextBox 8">
            <a:extLst>
              <a:ext uri="{FF2B5EF4-FFF2-40B4-BE49-F238E27FC236}">
                <a16:creationId xmlns:a16="http://schemas.microsoft.com/office/drawing/2014/main" id="{4E32DC85-E750-48B6-A0C3-66AC4718F127}"/>
              </a:ext>
            </a:extLst>
          </p:cNvPr>
          <p:cNvSpPr txBox="1"/>
          <p:nvPr/>
        </p:nvSpPr>
        <p:spPr>
          <a:xfrm>
            <a:off x="2753644" y="4395173"/>
            <a:ext cx="1066800" cy="369332"/>
          </a:xfrm>
          <a:prstGeom prst="rect">
            <a:avLst/>
          </a:prstGeom>
          <a:noFill/>
          <a:ln>
            <a:noFill/>
          </a:ln>
        </p:spPr>
        <p:txBody>
          <a:bodyPr wrap="square" rtlCol="0">
            <a:spAutoFit/>
          </a:bodyPr>
          <a:lstStyle/>
          <a:p>
            <a:pPr algn="ctr"/>
            <a:r>
              <a:rPr lang="en-US" b="1" dirty="0">
                <a:latin typeface="Courier New" panose="02070309020205020404" pitchFamily="49" charset="0"/>
                <a:cs typeface="Courier New" panose="02070309020205020404" pitchFamily="49" charset="0"/>
              </a:rPr>
              <a:t>_first</a:t>
            </a:r>
          </a:p>
        </p:txBody>
      </p:sp>
      <p:cxnSp>
        <p:nvCxnSpPr>
          <p:cNvPr id="10" name="Straight Arrow Connector 9">
            <a:extLst>
              <a:ext uri="{FF2B5EF4-FFF2-40B4-BE49-F238E27FC236}">
                <a16:creationId xmlns:a16="http://schemas.microsoft.com/office/drawing/2014/main" id="{1A4603CB-3B90-4596-B5BC-CABBD7B0C724}"/>
              </a:ext>
            </a:extLst>
          </p:cNvPr>
          <p:cNvCxnSpPr>
            <a:cxnSpLocks/>
            <a:stCxn id="11" idx="3"/>
          </p:cNvCxnSpPr>
          <p:nvPr/>
        </p:nvCxnSpPr>
        <p:spPr bwMode="auto">
          <a:xfrm>
            <a:off x="2239294" y="4558099"/>
            <a:ext cx="438150" cy="0"/>
          </a:xfrm>
          <a:prstGeom prst="straightConnector1">
            <a:avLst/>
          </a:prstGeom>
          <a:solidFill>
            <a:schemeClr val="accent1"/>
          </a:solidFill>
          <a:ln w="38100" cap="sq" cmpd="sng" algn="ctr">
            <a:solidFill>
              <a:schemeClr val="tx1"/>
            </a:solidFill>
            <a:prstDash val="sysDot"/>
            <a:round/>
            <a:headEnd type="none" w="sm" len="sm"/>
            <a:tailEnd type="none"/>
          </a:ln>
          <a:effectLst/>
        </p:spPr>
      </p:cxnSp>
      <p:sp>
        <p:nvSpPr>
          <p:cNvPr id="11" name="TextBox 10">
            <a:extLst>
              <a:ext uri="{FF2B5EF4-FFF2-40B4-BE49-F238E27FC236}">
                <a16:creationId xmlns:a16="http://schemas.microsoft.com/office/drawing/2014/main" id="{AEC2EE02-B42B-4F4D-BD3D-F9DDB036F5A7}"/>
              </a:ext>
            </a:extLst>
          </p:cNvPr>
          <p:cNvSpPr txBox="1"/>
          <p:nvPr/>
        </p:nvSpPr>
        <p:spPr>
          <a:xfrm>
            <a:off x="1401094" y="4373433"/>
            <a:ext cx="838200" cy="369332"/>
          </a:xfrm>
          <a:prstGeom prst="rect">
            <a:avLst/>
          </a:prstGeom>
          <a:noFill/>
          <a:ln>
            <a:noFill/>
          </a:ln>
        </p:spPr>
        <p:txBody>
          <a:bodyPr wrap="square" rtlCol="0">
            <a:spAutoFit/>
          </a:bodyPr>
          <a:lstStyle/>
          <a:p>
            <a:pPr algn="ctr"/>
            <a:r>
              <a:rPr lang="en-US" b="1" dirty="0">
                <a:latin typeface="Courier New" panose="02070309020205020404" pitchFamily="49" charset="0"/>
                <a:cs typeface="Courier New" panose="02070309020205020404" pitchFamily="49" charset="0"/>
              </a:rPr>
              <a:t>s1</a:t>
            </a:r>
          </a:p>
        </p:txBody>
      </p:sp>
      <p:sp>
        <p:nvSpPr>
          <p:cNvPr id="12" name="TextBox 11">
            <a:extLst>
              <a:ext uri="{FF2B5EF4-FFF2-40B4-BE49-F238E27FC236}">
                <a16:creationId xmlns:a16="http://schemas.microsoft.com/office/drawing/2014/main" id="{FD48E574-69E1-405A-B201-F79B85AA51D7}"/>
              </a:ext>
            </a:extLst>
          </p:cNvPr>
          <p:cNvSpPr txBox="1"/>
          <p:nvPr/>
        </p:nvSpPr>
        <p:spPr>
          <a:xfrm>
            <a:off x="7543800" y="5175687"/>
            <a:ext cx="838200" cy="369332"/>
          </a:xfrm>
          <a:prstGeom prst="rect">
            <a:avLst/>
          </a:prstGeom>
          <a:noFill/>
          <a:ln>
            <a:noFill/>
          </a:ln>
        </p:spPr>
        <p:txBody>
          <a:bodyPr wrap="square" rtlCol="0">
            <a:spAutoFit/>
          </a:bodyPr>
          <a:lstStyle/>
          <a:p>
            <a:pPr algn="ctr"/>
            <a:r>
              <a:rPr lang="en-US" b="1" dirty="0">
                <a:latin typeface="Courier New" panose="02070309020205020404" pitchFamily="49" charset="0"/>
                <a:cs typeface="Courier New" panose="02070309020205020404" pitchFamily="49" charset="0"/>
              </a:rPr>
              <a:t>None</a:t>
            </a:r>
          </a:p>
        </p:txBody>
      </p:sp>
      <p:cxnSp>
        <p:nvCxnSpPr>
          <p:cNvPr id="13" name="Straight Arrow Connector 12">
            <a:extLst>
              <a:ext uri="{FF2B5EF4-FFF2-40B4-BE49-F238E27FC236}">
                <a16:creationId xmlns:a16="http://schemas.microsoft.com/office/drawing/2014/main" id="{858817CD-C50B-4E8F-81FE-49AC09768845}"/>
              </a:ext>
            </a:extLst>
          </p:cNvPr>
          <p:cNvCxnSpPr>
            <a:cxnSpLocks/>
          </p:cNvCxnSpPr>
          <p:nvPr/>
        </p:nvCxnSpPr>
        <p:spPr bwMode="auto">
          <a:xfrm flipH="1">
            <a:off x="5662150" y="4697619"/>
            <a:ext cx="15874" cy="542600"/>
          </a:xfrm>
          <a:prstGeom prst="straightConnector1">
            <a:avLst/>
          </a:prstGeom>
          <a:solidFill>
            <a:schemeClr val="accent1"/>
          </a:solidFill>
          <a:ln w="38100" cap="sq" cmpd="sng" algn="ctr">
            <a:solidFill>
              <a:srgbClr val="00B050"/>
            </a:solidFill>
            <a:prstDash val="sysDot"/>
            <a:round/>
            <a:headEnd type="none" w="sm" len="sm"/>
            <a:tailEnd type="none"/>
          </a:ln>
          <a:effectLst/>
        </p:spPr>
      </p:cxnSp>
      <p:grpSp>
        <p:nvGrpSpPr>
          <p:cNvPr id="3" name="Group 2">
            <a:extLst>
              <a:ext uri="{FF2B5EF4-FFF2-40B4-BE49-F238E27FC236}">
                <a16:creationId xmlns:a16="http://schemas.microsoft.com/office/drawing/2014/main" id="{FEC0AC7F-D934-43A2-8DBA-8D13D7DF7284}"/>
              </a:ext>
            </a:extLst>
          </p:cNvPr>
          <p:cNvGrpSpPr/>
          <p:nvPr/>
        </p:nvGrpSpPr>
        <p:grpSpPr>
          <a:xfrm>
            <a:off x="5363246" y="5240219"/>
            <a:ext cx="1778238" cy="276999"/>
            <a:chOff x="4220246" y="4419600"/>
            <a:chExt cx="1778238" cy="276999"/>
          </a:xfrm>
        </p:grpSpPr>
        <p:sp>
          <p:nvSpPr>
            <p:cNvPr id="14" name="TextBox 13">
              <a:extLst>
                <a:ext uri="{FF2B5EF4-FFF2-40B4-BE49-F238E27FC236}">
                  <a16:creationId xmlns:a16="http://schemas.microsoft.com/office/drawing/2014/main" id="{4EE413CA-49A1-487F-AD41-C05BFF470B1D}"/>
                </a:ext>
              </a:extLst>
            </p:cNvPr>
            <p:cNvSpPr txBox="1"/>
            <p:nvPr/>
          </p:nvSpPr>
          <p:spPr>
            <a:xfrm>
              <a:off x="4220246" y="4419600"/>
              <a:ext cx="943892" cy="276999"/>
            </a:xfrm>
            <a:prstGeom prst="rect">
              <a:avLst/>
            </a:prstGeom>
            <a:noFill/>
            <a:ln>
              <a:solidFill>
                <a:schemeClr val="tx1"/>
              </a:solidFill>
            </a:ln>
          </p:spPr>
          <p:txBody>
            <a:bodyPr wrap="square" rtlCol="0">
              <a:spAutoFit/>
            </a:bodyPr>
            <a:lstStyle/>
            <a:p>
              <a:pPr algn="ctr"/>
              <a:r>
                <a:rPr lang="en-US" sz="1200" b="1" dirty="0">
                  <a:latin typeface="Courier New" panose="02070309020205020404" pitchFamily="49" charset="0"/>
                  <a:cs typeface="Courier New" panose="02070309020205020404" pitchFamily="49" charset="0"/>
                </a:rPr>
                <a:t>_value</a:t>
              </a:r>
            </a:p>
          </p:txBody>
        </p:sp>
        <p:sp>
          <p:nvSpPr>
            <p:cNvPr id="17" name="TextBox 16">
              <a:extLst>
                <a:ext uri="{FF2B5EF4-FFF2-40B4-BE49-F238E27FC236}">
                  <a16:creationId xmlns:a16="http://schemas.microsoft.com/office/drawing/2014/main" id="{2C62E270-5BCE-4DB3-A69B-B2AB47E4B39E}"/>
                </a:ext>
              </a:extLst>
            </p:cNvPr>
            <p:cNvSpPr txBox="1"/>
            <p:nvPr/>
          </p:nvSpPr>
          <p:spPr>
            <a:xfrm>
              <a:off x="5160284" y="4419600"/>
              <a:ext cx="838200" cy="276999"/>
            </a:xfrm>
            <a:prstGeom prst="rect">
              <a:avLst/>
            </a:prstGeom>
            <a:noFill/>
            <a:ln>
              <a:solidFill>
                <a:schemeClr val="tx1"/>
              </a:solidFill>
            </a:ln>
          </p:spPr>
          <p:txBody>
            <a:bodyPr wrap="square" rtlCol="0">
              <a:spAutoFit/>
            </a:bodyPr>
            <a:lstStyle/>
            <a:p>
              <a:pPr algn="ctr"/>
              <a:r>
                <a:rPr lang="en-US" sz="1200" b="1" dirty="0">
                  <a:latin typeface="Courier New" panose="02070309020205020404" pitchFamily="49" charset="0"/>
                  <a:cs typeface="Courier New" panose="02070309020205020404" pitchFamily="49" charset="0"/>
                </a:rPr>
                <a:t>_next</a:t>
              </a:r>
            </a:p>
          </p:txBody>
        </p:sp>
      </p:grpSp>
      <p:cxnSp>
        <p:nvCxnSpPr>
          <p:cNvPr id="22" name="Straight Arrow Connector 21">
            <a:extLst>
              <a:ext uri="{FF2B5EF4-FFF2-40B4-BE49-F238E27FC236}">
                <a16:creationId xmlns:a16="http://schemas.microsoft.com/office/drawing/2014/main" id="{F91A27A2-F508-4EEF-AD7E-41C0CD7ADD26}"/>
              </a:ext>
            </a:extLst>
          </p:cNvPr>
          <p:cNvCxnSpPr>
            <a:cxnSpLocks/>
          </p:cNvCxnSpPr>
          <p:nvPr/>
        </p:nvCxnSpPr>
        <p:spPr bwMode="auto">
          <a:xfrm>
            <a:off x="5835192" y="5494913"/>
            <a:ext cx="108408" cy="202506"/>
          </a:xfrm>
          <a:prstGeom prst="straightConnector1">
            <a:avLst/>
          </a:prstGeom>
          <a:solidFill>
            <a:schemeClr val="accent1"/>
          </a:solidFill>
          <a:ln w="38100" cap="sq" cmpd="sng" algn="ctr">
            <a:solidFill>
              <a:schemeClr val="tx1"/>
            </a:solidFill>
            <a:prstDash val="sysDot"/>
            <a:round/>
            <a:headEnd type="none" w="sm" len="sm"/>
            <a:tailEnd type="none"/>
          </a:ln>
          <a:effectLst/>
        </p:spPr>
      </p:cxnSp>
      <p:sp>
        <p:nvSpPr>
          <p:cNvPr id="24" name="TextBox 23">
            <a:extLst>
              <a:ext uri="{FF2B5EF4-FFF2-40B4-BE49-F238E27FC236}">
                <a16:creationId xmlns:a16="http://schemas.microsoft.com/office/drawing/2014/main" id="{29CA2D9D-1F99-482E-BE2D-BB0D8A273B7F}"/>
              </a:ext>
            </a:extLst>
          </p:cNvPr>
          <p:cNvSpPr txBox="1"/>
          <p:nvPr/>
        </p:nvSpPr>
        <p:spPr>
          <a:xfrm>
            <a:off x="5638800" y="5650468"/>
            <a:ext cx="838200" cy="369332"/>
          </a:xfrm>
          <a:prstGeom prst="rect">
            <a:avLst/>
          </a:prstGeom>
          <a:noFill/>
          <a:ln>
            <a:noFill/>
          </a:ln>
        </p:spPr>
        <p:txBody>
          <a:bodyPr wrap="square" rtlCol="0">
            <a:spAutoFit/>
          </a:bodyPr>
          <a:lstStyle/>
          <a:p>
            <a:pPr algn="ctr"/>
            <a:r>
              <a:rPr lang="en-US" b="1" dirty="0">
                <a:latin typeface="Courier New" panose="02070309020205020404" pitchFamily="49" charset="0"/>
                <a:cs typeface="Courier New" panose="02070309020205020404" pitchFamily="49" charset="0"/>
              </a:rPr>
              <a:t>12</a:t>
            </a:r>
          </a:p>
        </p:txBody>
      </p:sp>
      <p:cxnSp>
        <p:nvCxnSpPr>
          <p:cNvPr id="26" name="Straight Arrow Connector 25">
            <a:extLst>
              <a:ext uri="{FF2B5EF4-FFF2-40B4-BE49-F238E27FC236}">
                <a16:creationId xmlns:a16="http://schemas.microsoft.com/office/drawing/2014/main" id="{FFE4D22D-96F8-4392-9165-788DD6DA80E1}"/>
              </a:ext>
            </a:extLst>
          </p:cNvPr>
          <p:cNvCxnSpPr>
            <a:cxnSpLocks/>
          </p:cNvCxnSpPr>
          <p:nvPr/>
        </p:nvCxnSpPr>
        <p:spPr bwMode="auto">
          <a:xfrm>
            <a:off x="3810000" y="4556523"/>
            <a:ext cx="407066" cy="1576"/>
          </a:xfrm>
          <a:prstGeom prst="straightConnector1">
            <a:avLst/>
          </a:prstGeom>
          <a:solidFill>
            <a:schemeClr val="accent1"/>
          </a:solidFill>
          <a:ln w="38100" cap="sq" cmpd="sng" algn="ctr">
            <a:solidFill>
              <a:srgbClr val="00B050"/>
            </a:solidFill>
            <a:prstDash val="sysDot"/>
            <a:round/>
            <a:headEnd type="none" w="sm" len="sm"/>
            <a:tailEnd type="none"/>
          </a:ln>
          <a:effectLst/>
        </p:spPr>
      </p:cxnSp>
      <p:grpSp>
        <p:nvGrpSpPr>
          <p:cNvPr id="27" name="Group 26">
            <a:extLst>
              <a:ext uri="{FF2B5EF4-FFF2-40B4-BE49-F238E27FC236}">
                <a16:creationId xmlns:a16="http://schemas.microsoft.com/office/drawing/2014/main" id="{F7AF8BC6-6D4B-47A3-ABD9-A8ED7DB6EDDC}"/>
              </a:ext>
            </a:extLst>
          </p:cNvPr>
          <p:cNvGrpSpPr/>
          <p:nvPr/>
        </p:nvGrpSpPr>
        <p:grpSpPr>
          <a:xfrm>
            <a:off x="4246312" y="4419600"/>
            <a:ext cx="1778238" cy="276999"/>
            <a:chOff x="4220246" y="4419600"/>
            <a:chExt cx="1778238" cy="276999"/>
          </a:xfrm>
        </p:grpSpPr>
        <p:sp>
          <p:nvSpPr>
            <p:cNvPr id="28" name="TextBox 27">
              <a:extLst>
                <a:ext uri="{FF2B5EF4-FFF2-40B4-BE49-F238E27FC236}">
                  <a16:creationId xmlns:a16="http://schemas.microsoft.com/office/drawing/2014/main" id="{4CA3590A-EE27-4208-80B3-BFB2E7815655}"/>
                </a:ext>
              </a:extLst>
            </p:cNvPr>
            <p:cNvSpPr txBox="1"/>
            <p:nvPr/>
          </p:nvSpPr>
          <p:spPr>
            <a:xfrm>
              <a:off x="4220246" y="4419600"/>
              <a:ext cx="943892" cy="276999"/>
            </a:xfrm>
            <a:prstGeom prst="rect">
              <a:avLst/>
            </a:prstGeom>
            <a:noFill/>
            <a:ln>
              <a:solidFill>
                <a:srgbClr val="00B050"/>
              </a:solidFill>
            </a:ln>
          </p:spPr>
          <p:txBody>
            <a:bodyPr wrap="square" rtlCol="0">
              <a:spAutoFit/>
            </a:bodyPr>
            <a:lstStyle/>
            <a:p>
              <a:pPr algn="ctr"/>
              <a:r>
                <a:rPr lang="en-US" sz="1200" b="1" dirty="0">
                  <a:latin typeface="Courier New" panose="02070309020205020404" pitchFamily="49" charset="0"/>
                  <a:cs typeface="Courier New" panose="02070309020205020404" pitchFamily="49" charset="0"/>
                </a:rPr>
                <a:t>_value</a:t>
              </a:r>
            </a:p>
          </p:txBody>
        </p:sp>
        <p:sp>
          <p:nvSpPr>
            <p:cNvPr id="29" name="TextBox 28">
              <a:extLst>
                <a:ext uri="{FF2B5EF4-FFF2-40B4-BE49-F238E27FC236}">
                  <a16:creationId xmlns:a16="http://schemas.microsoft.com/office/drawing/2014/main" id="{B5FE16B3-8524-4E5A-AB84-61E5915D28A9}"/>
                </a:ext>
              </a:extLst>
            </p:cNvPr>
            <p:cNvSpPr txBox="1"/>
            <p:nvPr/>
          </p:nvSpPr>
          <p:spPr>
            <a:xfrm>
              <a:off x="5160284" y="4419600"/>
              <a:ext cx="838200" cy="276999"/>
            </a:xfrm>
            <a:prstGeom prst="rect">
              <a:avLst/>
            </a:prstGeom>
            <a:noFill/>
            <a:ln>
              <a:solidFill>
                <a:srgbClr val="00B050"/>
              </a:solidFill>
            </a:ln>
          </p:spPr>
          <p:txBody>
            <a:bodyPr wrap="square" rtlCol="0">
              <a:spAutoFit/>
            </a:bodyPr>
            <a:lstStyle/>
            <a:p>
              <a:pPr algn="ctr"/>
              <a:r>
                <a:rPr lang="en-US" sz="1200" b="1" dirty="0">
                  <a:latin typeface="Courier New" panose="02070309020205020404" pitchFamily="49" charset="0"/>
                  <a:cs typeface="Courier New" panose="02070309020205020404" pitchFamily="49" charset="0"/>
                </a:rPr>
                <a:t>_next</a:t>
              </a:r>
            </a:p>
          </p:txBody>
        </p:sp>
      </p:grpSp>
      <p:cxnSp>
        <p:nvCxnSpPr>
          <p:cNvPr id="30" name="Straight Arrow Connector 29">
            <a:extLst>
              <a:ext uri="{FF2B5EF4-FFF2-40B4-BE49-F238E27FC236}">
                <a16:creationId xmlns:a16="http://schemas.microsoft.com/office/drawing/2014/main" id="{7441F1A5-60D4-4F38-94EF-1F1DEC018BE2}"/>
              </a:ext>
            </a:extLst>
          </p:cNvPr>
          <p:cNvCxnSpPr>
            <a:cxnSpLocks/>
          </p:cNvCxnSpPr>
          <p:nvPr/>
        </p:nvCxnSpPr>
        <p:spPr bwMode="auto">
          <a:xfrm>
            <a:off x="4718258" y="4674294"/>
            <a:ext cx="108408" cy="202506"/>
          </a:xfrm>
          <a:prstGeom prst="straightConnector1">
            <a:avLst/>
          </a:prstGeom>
          <a:solidFill>
            <a:schemeClr val="accent1"/>
          </a:solidFill>
          <a:ln w="38100" cap="sq" cmpd="sng" algn="ctr">
            <a:solidFill>
              <a:srgbClr val="00B050"/>
            </a:solidFill>
            <a:prstDash val="sysDot"/>
            <a:round/>
            <a:headEnd type="none" w="sm" len="sm"/>
            <a:tailEnd type="none"/>
          </a:ln>
          <a:effectLst/>
        </p:spPr>
      </p:cxnSp>
      <p:sp>
        <p:nvSpPr>
          <p:cNvPr id="31" name="TextBox 30">
            <a:extLst>
              <a:ext uri="{FF2B5EF4-FFF2-40B4-BE49-F238E27FC236}">
                <a16:creationId xmlns:a16="http://schemas.microsoft.com/office/drawing/2014/main" id="{243CFA20-C9B3-494B-9761-04B9EE989F9E}"/>
              </a:ext>
            </a:extLst>
          </p:cNvPr>
          <p:cNvSpPr txBox="1"/>
          <p:nvPr/>
        </p:nvSpPr>
        <p:spPr>
          <a:xfrm>
            <a:off x="4521866" y="4829849"/>
            <a:ext cx="838200" cy="369332"/>
          </a:xfrm>
          <a:prstGeom prst="rect">
            <a:avLst/>
          </a:prstGeom>
          <a:noFill/>
          <a:ln>
            <a:noFill/>
          </a:ln>
        </p:spPr>
        <p:txBody>
          <a:bodyPr wrap="square" rtlCol="0">
            <a:spAutoFit/>
          </a:bodyPr>
          <a:lstStyle/>
          <a:p>
            <a:pPr algn="ctr"/>
            <a:r>
              <a:rPr lang="en-US" b="1" dirty="0">
                <a:solidFill>
                  <a:srgbClr val="00B050"/>
                </a:solidFill>
                <a:latin typeface="Courier New" panose="02070309020205020404" pitchFamily="49" charset="0"/>
                <a:cs typeface="Courier New" panose="02070309020205020404" pitchFamily="49" charset="0"/>
              </a:rPr>
              <a:t>'hi'</a:t>
            </a:r>
          </a:p>
        </p:txBody>
      </p:sp>
    </p:spTree>
    <p:extLst>
      <p:ext uri="{BB962C8B-B14F-4D97-AF65-F5344CB8AC3E}">
        <p14:creationId xmlns:p14="http://schemas.microsoft.com/office/powerpoint/2010/main" val="36855707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pPr eaLnBrk="1" hangingPunct="1"/>
            <a:r>
              <a:rPr lang="en-US" altLang="en-US" dirty="0"/>
              <a:t>Singly Linked List Code: </a:t>
            </a:r>
            <a:r>
              <a:rPr lang="en-US" altLang="en-US" b="1" dirty="0"/>
              <a:t>__str__()</a:t>
            </a:r>
          </a:p>
        </p:txBody>
      </p:sp>
      <p:sp>
        <p:nvSpPr>
          <p:cNvPr id="43011" name="Rectangle 3"/>
          <p:cNvSpPr>
            <a:spLocks noGrp="1" noChangeArrowheads="1"/>
          </p:cNvSpPr>
          <p:nvPr>
            <p:ph type="body" idx="1"/>
          </p:nvPr>
        </p:nvSpPr>
        <p:spPr/>
        <p:txBody>
          <a:bodyPr/>
          <a:lstStyle/>
          <a:p>
            <a:pPr marL="0" indent="0">
              <a:spcBef>
                <a:spcPts val="0"/>
              </a:spcBef>
              <a:buNone/>
            </a:pPr>
            <a:r>
              <a:rPr lang="en-US" sz="1800" b="1" dirty="0">
                <a:latin typeface="Courier New" panose="02070309020205020404" pitchFamily="49" charset="0"/>
                <a:cs typeface="Courier New" panose="02070309020205020404" pitchFamily="49" charset="0"/>
              </a:rPr>
              <a:t># File: SinglyLinkedList.py (</a:t>
            </a:r>
            <a:r>
              <a:rPr lang="en-US" sz="1800" b="1" dirty="0" err="1">
                <a:latin typeface="Courier New" panose="02070309020205020404" pitchFamily="49" charset="0"/>
                <a:cs typeface="Courier New" panose="02070309020205020404" pitchFamily="49" charset="0"/>
              </a:rPr>
              <a:t>cont</a:t>
            </a:r>
            <a:r>
              <a:rPr lang="en-US" sz="1800" b="1" dirty="0">
                <a:latin typeface="Courier New" panose="02070309020205020404" pitchFamily="49" charset="0"/>
                <a:cs typeface="Courier New" panose="02070309020205020404" pitchFamily="49" charset="0"/>
              </a:rPr>
              <a:t>)</a:t>
            </a:r>
          </a:p>
          <a:p>
            <a:pPr marL="0" indent="0">
              <a:spcBef>
                <a:spcPts val="0"/>
              </a:spcBef>
              <a:buNone/>
            </a:pPr>
            <a:endParaRPr lang="en-US" sz="1000" b="1" dirty="0">
              <a:latin typeface="Courier New" panose="02070309020205020404" pitchFamily="49" charset="0"/>
              <a:cs typeface="Courier New" panose="02070309020205020404" pitchFamily="49" charset="0"/>
            </a:endParaRPr>
          </a:p>
          <a:p>
            <a:pPr marL="0" indent="0">
              <a:spcBef>
                <a:spcPts val="0"/>
              </a:spcBef>
              <a:buNone/>
            </a:pPr>
            <a:r>
              <a:rPr lang="en-US" sz="1800" b="1" dirty="0">
                <a:latin typeface="Courier New" panose="02070309020205020404" pitchFamily="49" charset="0"/>
                <a:cs typeface="Courier New" panose="02070309020205020404" pitchFamily="49" charset="0"/>
              </a:rPr>
              <a:t>class </a:t>
            </a:r>
            <a:r>
              <a:rPr lang="en-US" sz="1800" b="1" dirty="0" err="1">
                <a:latin typeface="Courier New" panose="02070309020205020404" pitchFamily="49" charset="0"/>
                <a:cs typeface="Courier New" panose="02070309020205020404" pitchFamily="49" charset="0"/>
              </a:rPr>
              <a:t>SinglyLinkedList</a:t>
            </a:r>
            <a:r>
              <a:rPr lang="en-US" sz="1800" b="1" dirty="0">
                <a:latin typeface="Courier New" panose="02070309020205020404" pitchFamily="49" charset="0"/>
                <a:cs typeface="Courier New" panose="02070309020205020404" pitchFamily="49" charset="0"/>
              </a:rPr>
              <a:t>:</a:t>
            </a:r>
          </a:p>
          <a:p>
            <a:pPr marL="0" indent="0">
              <a:spcBef>
                <a:spcPts val="0"/>
              </a:spcBef>
              <a:buNone/>
            </a:pPr>
            <a:r>
              <a:rPr lang="en-US" sz="1000" b="1" dirty="0">
                <a:latin typeface="Courier New" panose="02070309020205020404" pitchFamily="49" charset="0"/>
                <a:cs typeface="Courier New" panose="02070309020205020404" pitchFamily="49" charset="0"/>
              </a:rPr>
              <a:t>... </a:t>
            </a:r>
          </a:p>
          <a:p>
            <a:pPr marL="0" indent="0">
              <a:spcBef>
                <a:spcPts val="0"/>
              </a:spcBef>
              <a:buNone/>
            </a:pPr>
            <a:r>
              <a:rPr lang="en-US" sz="1800" b="1" dirty="0">
                <a:latin typeface="Courier New" panose="02070309020205020404" pitchFamily="49" charset="0"/>
                <a:cs typeface="Courier New" panose="02070309020205020404" pitchFamily="49" charset="0"/>
              </a:rPr>
              <a:t>   def __str__(self):</a:t>
            </a:r>
          </a:p>
          <a:p>
            <a:pPr marL="0" indent="0">
              <a:spcBef>
                <a:spcPts val="0"/>
              </a:spcBef>
              <a:buNone/>
            </a:pPr>
            <a:r>
              <a:rPr lang="en-US" sz="1800" b="1" dirty="0">
                <a:latin typeface="Courier New" panose="02070309020205020404" pitchFamily="49" charset="0"/>
                <a:cs typeface="Courier New" panose="02070309020205020404" pitchFamily="49" charset="0"/>
              </a:rPr>
              <a:t>      if </a:t>
            </a:r>
            <a:r>
              <a:rPr lang="en-US" sz="1800" b="1" dirty="0" err="1">
                <a:latin typeface="Courier New" panose="02070309020205020404" pitchFamily="49" charset="0"/>
                <a:cs typeface="Courier New" panose="02070309020205020404" pitchFamily="49" charset="0"/>
              </a:rPr>
              <a:t>self._first</a:t>
            </a:r>
            <a:r>
              <a:rPr lang="en-US" sz="1800" b="1" dirty="0">
                <a:latin typeface="Courier New" panose="02070309020205020404" pitchFamily="49" charset="0"/>
                <a:cs typeface="Courier New" panose="02070309020205020404" pitchFamily="49" charset="0"/>
              </a:rPr>
              <a:t> == None:</a:t>
            </a:r>
          </a:p>
          <a:p>
            <a:pPr marL="0" indent="0">
              <a:spcBef>
                <a:spcPts val="0"/>
              </a:spcBef>
              <a:buNone/>
            </a:pPr>
            <a:r>
              <a:rPr lang="en-US" sz="1800" b="1" dirty="0">
                <a:latin typeface="Courier New" panose="02070309020205020404" pitchFamily="49" charset="0"/>
                <a:cs typeface="Courier New" panose="02070309020205020404" pitchFamily="49" charset="0"/>
              </a:rPr>
              <a:t>         return ''</a:t>
            </a:r>
          </a:p>
          <a:p>
            <a:pPr marL="0" indent="0">
              <a:spcBef>
                <a:spcPts val="0"/>
              </a:spcBef>
              <a:buNone/>
            </a:pPr>
            <a:r>
              <a:rPr lang="en-US" sz="1800" b="1" dirty="0">
                <a:latin typeface="Courier New" panose="02070309020205020404" pitchFamily="49" charset="0"/>
                <a:cs typeface="Courier New" panose="02070309020205020404" pitchFamily="49" charset="0"/>
              </a:rPr>
              <a:t>      else:</a:t>
            </a:r>
          </a:p>
          <a:p>
            <a:pPr marL="0" indent="0">
              <a:spcBef>
                <a:spcPts val="0"/>
              </a:spcBef>
              <a:buNone/>
            </a:pPr>
            <a:r>
              <a:rPr lang="en-US" sz="1800" b="1" dirty="0">
                <a:latin typeface="Courier New" panose="02070309020205020404" pitchFamily="49" charset="0"/>
                <a:cs typeface="Courier New" panose="02070309020205020404" pitchFamily="49" charset="0"/>
              </a:rPr>
              <a:t>         ret = str(</a:t>
            </a:r>
            <a:r>
              <a:rPr lang="en-US" sz="1800" b="1" dirty="0" err="1">
                <a:latin typeface="Courier New" panose="02070309020205020404" pitchFamily="49" charset="0"/>
                <a:cs typeface="Courier New" panose="02070309020205020404" pitchFamily="49" charset="0"/>
              </a:rPr>
              <a:t>self._first._value</a:t>
            </a:r>
            <a:r>
              <a:rPr lang="en-US" sz="1800" b="1" dirty="0">
                <a:latin typeface="Courier New" panose="02070309020205020404" pitchFamily="49" charset="0"/>
                <a:cs typeface="Courier New" panose="02070309020205020404" pitchFamily="49" charset="0"/>
              </a:rPr>
              <a:t>)</a:t>
            </a:r>
          </a:p>
          <a:p>
            <a:pPr marL="0" indent="0">
              <a:spcBef>
                <a:spcPts val="0"/>
              </a:spcBef>
              <a:buNone/>
            </a:pPr>
            <a:r>
              <a:rPr lang="en-US" sz="1800" b="1" dirty="0">
                <a:latin typeface="Courier New" panose="02070309020205020404" pitchFamily="49" charset="0"/>
                <a:cs typeface="Courier New" panose="02070309020205020404" pitchFamily="49" charset="0"/>
              </a:rPr>
              <a:t>         _next = </a:t>
            </a:r>
            <a:r>
              <a:rPr lang="en-US" sz="1800" b="1" dirty="0" err="1">
                <a:latin typeface="Courier New" panose="02070309020205020404" pitchFamily="49" charset="0"/>
                <a:cs typeface="Courier New" panose="02070309020205020404" pitchFamily="49" charset="0"/>
              </a:rPr>
              <a:t>self._first._next</a:t>
            </a:r>
            <a:endParaRPr lang="en-US" sz="1800" b="1" dirty="0">
              <a:latin typeface="Courier New" panose="02070309020205020404" pitchFamily="49" charset="0"/>
              <a:cs typeface="Courier New" panose="02070309020205020404" pitchFamily="49" charset="0"/>
            </a:endParaRPr>
          </a:p>
          <a:p>
            <a:pPr marL="0" indent="0">
              <a:spcBef>
                <a:spcPts val="0"/>
              </a:spcBef>
              <a:buNone/>
            </a:pPr>
            <a:r>
              <a:rPr lang="en-US" sz="1800" b="1" dirty="0">
                <a:latin typeface="Courier New" panose="02070309020205020404" pitchFamily="49" charset="0"/>
                <a:cs typeface="Courier New" panose="02070309020205020404" pitchFamily="49" charset="0"/>
              </a:rPr>
              <a:t>         while _next != None:</a:t>
            </a:r>
          </a:p>
          <a:p>
            <a:pPr marL="0" indent="0">
              <a:spcBef>
                <a:spcPts val="0"/>
              </a:spcBef>
              <a:buNone/>
            </a:pPr>
            <a:r>
              <a:rPr lang="en-US" sz="1800" b="1" dirty="0">
                <a:latin typeface="Courier New" panose="02070309020205020404" pitchFamily="49" charset="0"/>
                <a:cs typeface="Courier New" panose="02070309020205020404" pitchFamily="49" charset="0"/>
              </a:rPr>
              <a:t>            ret += ' ' + str(_</a:t>
            </a:r>
            <a:r>
              <a:rPr lang="en-US" sz="1800" b="1" dirty="0" err="1">
                <a:latin typeface="Courier New" panose="02070309020205020404" pitchFamily="49" charset="0"/>
                <a:cs typeface="Courier New" panose="02070309020205020404" pitchFamily="49" charset="0"/>
              </a:rPr>
              <a:t>next._value</a:t>
            </a:r>
            <a:r>
              <a:rPr lang="en-US" sz="1800" b="1" dirty="0">
                <a:latin typeface="Courier New" panose="02070309020205020404" pitchFamily="49" charset="0"/>
                <a:cs typeface="Courier New" panose="02070309020205020404" pitchFamily="49" charset="0"/>
              </a:rPr>
              <a:t>)</a:t>
            </a:r>
          </a:p>
          <a:p>
            <a:pPr marL="0" indent="0">
              <a:spcBef>
                <a:spcPts val="0"/>
              </a:spcBef>
              <a:buNone/>
            </a:pPr>
            <a:r>
              <a:rPr lang="en-US" sz="1800" b="1" dirty="0">
                <a:latin typeface="Courier New" panose="02070309020205020404" pitchFamily="49" charset="0"/>
                <a:cs typeface="Courier New" panose="02070309020205020404" pitchFamily="49" charset="0"/>
              </a:rPr>
              <a:t>            _next = _</a:t>
            </a:r>
            <a:r>
              <a:rPr lang="en-US" sz="1800" b="1" dirty="0" err="1">
                <a:latin typeface="Courier New" panose="02070309020205020404" pitchFamily="49" charset="0"/>
                <a:cs typeface="Courier New" panose="02070309020205020404" pitchFamily="49" charset="0"/>
              </a:rPr>
              <a:t>next._next</a:t>
            </a:r>
            <a:endParaRPr lang="en-US" sz="1800" b="1" dirty="0">
              <a:latin typeface="Courier New" panose="02070309020205020404" pitchFamily="49" charset="0"/>
              <a:cs typeface="Courier New" panose="02070309020205020404" pitchFamily="49" charset="0"/>
            </a:endParaRPr>
          </a:p>
          <a:p>
            <a:pPr marL="0" indent="0">
              <a:spcBef>
                <a:spcPts val="0"/>
              </a:spcBef>
              <a:buNone/>
            </a:pPr>
            <a:r>
              <a:rPr lang="en-US" sz="1800" b="1" dirty="0">
                <a:latin typeface="Courier New" panose="02070309020205020404" pitchFamily="49" charset="0"/>
                <a:cs typeface="Courier New" panose="02070309020205020404" pitchFamily="49" charset="0"/>
              </a:rPr>
              <a:t>         return ret</a:t>
            </a:r>
          </a:p>
        </p:txBody>
      </p:sp>
      <p:sp>
        <p:nvSpPr>
          <p:cNvPr id="2" name="Slide Number Placeholder 1"/>
          <p:cNvSpPr>
            <a:spLocks noGrp="1"/>
          </p:cNvSpPr>
          <p:nvPr>
            <p:ph type="sldNum" sz="quarter" idx="12"/>
          </p:nvPr>
        </p:nvSpPr>
        <p:spPr/>
        <p:txBody>
          <a:bodyPr/>
          <a:lstStyle/>
          <a:p>
            <a:pPr>
              <a:defRPr/>
            </a:pPr>
            <a:fld id="{9E9676BE-5AF2-4172-BD19-31A2F83EF2EB}" type="slidenum">
              <a:rPr lang="en-US" smtClean="0"/>
              <a:pPr>
                <a:defRPr/>
              </a:pPr>
              <a:t>11</a:t>
            </a:fld>
            <a:endParaRPr lang="en-US"/>
          </a:p>
        </p:txBody>
      </p:sp>
      <p:sp>
        <p:nvSpPr>
          <p:cNvPr id="5" name="Date Placeholder 4"/>
          <p:cNvSpPr>
            <a:spLocks noGrp="1"/>
          </p:cNvSpPr>
          <p:nvPr>
            <p:ph type="dt" sz="half" idx="10"/>
          </p:nvPr>
        </p:nvSpPr>
        <p:spPr/>
        <p:txBody>
          <a:bodyPr/>
          <a:lstStyle/>
          <a:p>
            <a:pPr>
              <a:defRPr/>
            </a:pPr>
            <a:fld id="{B2A0CC13-E366-4764-A88C-37B4E99A0F7B}" type="datetime1">
              <a:rPr lang="en-US" smtClean="0"/>
              <a:t>8/2/2021</a:t>
            </a:fld>
            <a:endParaRPr lang="en-US"/>
          </a:p>
        </p:txBody>
      </p:sp>
      <p:sp>
        <p:nvSpPr>
          <p:cNvPr id="6" name="Footer Placeholder 5"/>
          <p:cNvSpPr>
            <a:spLocks noGrp="1"/>
          </p:cNvSpPr>
          <p:nvPr>
            <p:ph type="ftr" sz="quarter" idx="11"/>
          </p:nvPr>
        </p:nvSpPr>
        <p:spPr/>
        <p:txBody>
          <a:bodyPr/>
          <a:lstStyle/>
          <a:p>
            <a:pPr>
              <a:defRPr/>
            </a:pPr>
            <a:r>
              <a:rPr lang="en-US"/>
              <a:t>Copyright (c) John K. Ostlund</a:t>
            </a:r>
          </a:p>
        </p:txBody>
      </p:sp>
    </p:spTree>
    <p:extLst>
      <p:ext uri="{BB962C8B-B14F-4D97-AF65-F5344CB8AC3E}">
        <p14:creationId xmlns:p14="http://schemas.microsoft.com/office/powerpoint/2010/main" val="28962628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pPr eaLnBrk="1" hangingPunct="1"/>
            <a:r>
              <a:rPr lang="en-US" altLang="en-US" dirty="0"/>
              <a:t>Singly Linked List Application (cont.)</a:t>
            </a:r>
            <a:endParaRPr lang="en-US" altLang="en-US" b="1" dirty="0"/>
          </a:p>
        </p:txBody>
      </p:sp>
      <p:sp>
        <p:nvSpPr>
          <p:cNvPr id="43011" name="Rectangle 3"/>
          <p:cNvSpPr>
            <a:spLocks noGrp="1" noChangeArrowheads="1"/>
          </p:cNvSpPr>
          <p:nvPr>
            <p:ph type="body" idx="1"/>
          </p:nvPr>
        </p:nvSpPr>
        <p:spPr/>
        <p:txBody>
          <a:bodyPr/>
          <a:lstStyle/>
          <a:p>
            <a:pPr marL="0" indent="0">
              <a:spcBef>
                <a:spcPts val="0"/>
              </a:spcBef>
              <a:buNone/>
            </a:pPr>
            <a:r>
              <a:rPr lang="en-US" sz="2000" b="1" dirty="0">
                <a:latin typeface="Courier New" panose="02070309020205020404" pitchFamily="49" charset="0"/>
                <a:cs typeface="Courier New" panose="02070309020205020404" pitchFamily="49" charset="0"/>
              </a:rPr>
              <a:t># File: SLL_app.py</a:t>
            </a:r>
          </a:p>
          <a:p>
            <a:pPr marL="0" indent="0">
              <a:spcBef>
                <a:spcPts val="0"/>
              </a:spcBef>
              <a:buNone/>
            </a:pPr>
            <a:r>
              <a:rPr lang="en-US" sz="2000" b="1" dirty="0">
                <a:latin typeface="Courier New" panose="02070309020205020404" pitchFamily="49" charset="0"/>
                <a:cs typeface="Courier New" panose="02070309020205020404" pitchFamily="49" charset="0"/>
              </a:rPr>
              <a:t>import </a:t>
            </a:r>
            <a:r>
              <a:rPr lang="en-US" sz="2000" b="1" dirty="0" err="1">
                <a:latin typeface="Courier New" panose="02070309020205020404" pitchFamily="49" charset="0"/>
                <a:cs typeface="Courier New" panose="02070309020205020404" pitchFamily="49" charset="0"/>
              </a:rPr>
              <a:t>SinglyLinkedList</a:t>
            </a:r>
            <a:r>
              <a:rPr lang="en-US" sz="2000" b="1" dirty="0">
                <a:latin typeface="Courier New" panose="02070309020205020404" pitchFamily="49" charset="0"/>
                <a:cs typeface="Courier New" panose="02070309020205020404" pitchFamily="49" charset="0"/>
              </a:rPr>
              <a:t> as </a:t>
            </a:r>
            <a:r>
              <a:rPr lang="en-US" sz="2000" b="1" dirty="0" err="1">
                <a:latin typeface="Courier New" panose="02070309020205020404" pitchFamily="49" charset="0"/>
                <a:cs typeface="Courier New" panose="02070309020205020404" pitchFamily="49" charset="0"/>
              </a:rPr>
              <a:t>sll</a:t>
            </a:r>
            <a:endParaRPr lang="en-US" sz="2000" b="1" dirty="0">
              <a:latin typeface="Courier New" panose="02070309020205020404" pitchFamily="49" charset="0"/>
              <a:cs typeface="Courier New" panose="02070309020205020404" pitchFamily="49" charset="0"/>
            </a:endParaRPr>
          </a:p>
          <a:p>
            <a:pPr marL="0" indent="0">
              <a:spcBef>
                <a:spcPts val="0"/>
              </a:spcBef>
              <a:buNone/>
            </a:pPr>
            <a:endParaRPr lang="en-US" sz="2000" b="1" dirty="0">
              <a:latin typeface="Courier New" panose="02070309020205020404" pitchFamily="49" charset="0"/>
              <a:cs typeface="Courier New" panose="02070309020205020404" pitchFamily="49" charset="0"/>
            </a:endParaRPr>
          </a:p>
          <a:p>
            <a:pPr marL="0" indent="0">
              <a:spcBef>
                <a:spcPts val="0"/>
              </a:spcBef>
              <a:buNone/>
            </a:pPr>
            <a:r>
              <a:rPr lang="en-US" sz="2000" b="1" dirty="0">
                <a:latin typeface="Courier New" panose="02070309020205020404" pitchFamily="49" charset="0"/>
                <a:cs typeface="Courier New" panose="02070309020205020404" pitchFamily="49" charset="0"/>
              </a:rPr>
              <a:t>s1 = </a:t>
            </a:r>
            <a:r>
              <a:rPr lang="en-US" sz="2000" b="1" dirty="0" err="1">
                <a:latin typeface="Courier New" panose="02070309020205020404" pitchFamily="49" charset="0"/>
                <a:cs typeface="Courier New" panose="02070309020205020404" pitchFamily="49" charset="0"/>
              </a:rPr>
              <a:t>sll.SinglyLinkedList</a:t>
            </a:r>
            <a:r>
              <a:rPr lang="en-US" sz="2000" b="1" dirty="0">
                <a:latin typeface="Courier New" panose="02070309020205020404" pitchFamily="49" charset="0"/>
                <a:cs typeface="Courier New" panose="02070309020205020404" pitchFamily="49" charset="0"/>
              </a:rPr>
              <a:t>()    # empty</a:t>
            </a:r>
          </a:p>
          <a:p>
            <a:pPr marL="0" indent="0">
              <a:spcBef>
                <a:spcPts val="0"/>
              </a:spcBef>
              <a:buNone/>
            </a:pPr>
            <a:r>
              <a:rPr lang="en-US" sz="2000" b="1" dirty="0">
                <a:latin typeface="Courier New" panose="02070309020205020404" pitchFamily="49" charset="0"/>
                <a:cs typeface="Courier New" panose="02070309020205020404" pitchFamily="49" charset="0"/>
              </a:rPr>
              <a:t>s1.insert(12)</a:t>
            </a:r>
          </a:p>
          <a:p>
            <a:pPr marL="0" indent="0">
              <a:spcBef>
                <a:spcPts val="0"/>
              </a:spcBef>
              <a:buNone/>
            </a:pPr>
            <a:r>
              <a:rPr lang="en-US" sz="2000" b="1" dirty="0">
                <a:latin typeface="Courier New" panose="02070309020205020404" pitchFamily="49" charset="0"/>
                <a:cs typeface="Courier New" panose="02070309020205020404" pitchFamily="49" charset="0"/>
              </a:rPr>
              <a:t>s1.insert('hi')</a:t>
            </a:r>
          </a:p>
          <a:p>
            <a:pPr marL="0" indent="0">
              <a:spcBef>
                <a:spcPts val="0"/>
              </a:spcBef>
              <a:buNone/>
            </a:pPr>
            <a:r>
              <a:rPr lang="en-US" sz="2000" b="1" dirty="0">
                <a:solidFill>
                  <a:srgbClr val="FF0000"/>
                </a:solidFill>
                <a:latin typeface="Courier New" panose="02070309020205020404" pitchFamily="49" charset="0"/>
                <a:cs typeface="Courier New" panose="02070309020205020404" pitchFamily="49" charset="0"/>
              </a:rPr>
              <a:t>print(s1)        # hi 12</a:t>
            </a:r>
          </a:p>
          <a:p>
            <a:pPr marL="0" indent="0" eaLnBrk="1" hangingPunct="1">
              <a:buNone/>
            </a:pPr>
            <a:endParaRPr lang="en-US" altLang="en-US" sz="1800" b="1" dirty="0">
              <a:latin typeface="Courier New" panose="02070309020205020404" pitchFamily="49" charset="0"/>
              <a:cs typeface="Courier New" panose="02070309020205020404" pitchFamily="49" charset="0"/>
            </a:endParaRPr>
          </a:p>
        </p:txBody>
      </p:sp>
      <p:sp>
        <p:nvSpPr>
          <p:cNvPr id="2" name="Slide Number Placeholder 1"/>
          <p:cNvSpPr>
            <a:spLocks noGrp="1"/>
          </p:cNvSpPr>
          <p:nvPr>
            <p:ph type="sldNum" sz="quarter" idx="12"/>
          </p:nvPr>
        </p:nvSpPr>
        <p:spPr/>
        <p:txBody>
          <a:bodyPr/>
          <a:lstStyle/>
          <a:p>
            <a:pPr>
              <a:defRPr/>
            </a:pPr>
            <a:fld id="{9E9676BE-5AF2-4172-BD19-31A2F83EF2EB}" type="slidenum">
              <a:rPr lang="en-US" smtClean="0"/>
              <a:pPr>
                <a:defRPr/>
              </a:pPr>
              <a:t>12</a:t>
            </a:fld>
            <a:endParaRPr lang="en-US"/>
          </a:p>
        </p:txBody>
      </p:sp>
      <p:sp>
        <p:nvSpPr>
          <p:cNvPr id="5" name="Date Placeholder 4"/>
          <p:cNvSpPr>
            <a:spLocks noGrp="1"/>
          </p:cNvSpPr>
          <p:nvPr>
            <p:ph type="dt" sz="half" idx="10"/>
          </p:nvPr>
        </p:nvSpPr>
        <p:spPr/>
        <p:txBody>
          <a:bodyPr/>
          <a:lstStyle/>
          <a:p>
            <a:pPr>
              <a:defRPr/>
            </a:pPr>
            <a:fld id="{B2A0CC13-E366-4764-A88C-37B4E99A0F7B}" type="datetime1">
              <a:rPr lang="en-US" smtClean="0"/>
              <a:t>8/2/2021</a:t>
            </a:fld>
            <a:endParaRPr lang="en-US"/>
          </a:p>
        </p:txBody>
      </p:sp>
      <p:sp>
        <p:nvSpPr>
          <p:cNvPr id="6" name="Footer Placeholder 5"/>
          <p:cNvSpPr>
            <a:spLocks noGrp="1"/>
          </p:cNvSpPr>
          <p:nvPr>
            <p:ph type="ftr" sz="quarter" idx="11"/>
          </p:nvPr>
        </p:nvSpPr>
        <p:spPr/>
        <p:txBody>
          <a:bodyPr/>
          <a:lstStyle/>
          <a:p>
            <a:pPr>
              <a:defRPr/>
            </a:pPr>
            <a:r>
              <a:rPr lang="en-US"/>
              <a:t>Copyright (c) John K. Ostlund</a:t>
            </a:r>
          </a:p>
        </p:txBody>
      </p:sp>
      <p:cxnSp>
        <p:nvCxnSpPr>
          <p:cNvPr id="7" name="Straight Arrow Connector 6">
            <a:extLst>
              <a:ext uri="{FF2B5EF4-FFF2-40B4-BE49-F238E27FC236}">
                <a16:creationId xmlns:a16="http://schemas.microsoft.com/office/drawing/2014/main" id="{FC054F9D-9431-41C4-9B4B-9400DFF294ED}"/>
              </a:ext>
            </a:extLst>
          </p:cNvPr>
          <p:cNvCxnSpPr>
            <a:cxnSpLocks/>
            <a:stCxn id="17" idx="3"/>
            <a:endCxn id="12" idx="1"/>
          </p:cNvCxnSpPr>
          <p:nvPr/>
        </p:nvCxnSpPr>
        <p:spPr bwMode="auto">
          <a:xfrm flipV="1">
            <a:off x="7522484" y="5741353"/>
            <a:ext cx="402316" cy="18366"/>
          </a:xfrm>
          <a:prstGeom prst="straightConnector1">
            <a:avLst/>
          </a:prstGeom>
          <a:solidFill>
            <a:schemeClr val="accent1"/>
          </a:solidFill>
          <a:ln w="38100" cap="sq" cmpd="sng" algn="ctr">
            <a:solidFill>
              <a:schemeClr val="tx1"/>
            </a:solidFill>
            <a:prstDash val="sysDot"/>
            <a:round/>
            <a:headEnd type="none" w="sm" len="sm"/>
            <a:tailEnd type="none"/>
          </a:ln>
          <a:effectLst/>
        </p:spPr>
      </p:cxnSp>
      <p:sp>
        <p:nvSpPr>
          <p:cNvPr id="8" name="Rectangle 7">
            <a:extLst>
              <a:ext uri="{FF2B5EF4-FFF2-40B4-BE49-F238E27FC236}">
                <a16:creationId xmlns:a16="http://schemas.microsoft.com/office/drawing/2014/main" id="{F84CB2FE-3D74-4EAD-935B-3E15410C609E}"/>
              </a:ext>
            </a:extLst>
          </p:cNvPr>
          <p:cNvSpPr/>
          <p:nvPr/>
        </p:nvSpPr>
        <p:spPr bwMode="auto">
          <a:xfrm>
            <a:off x="3096544" y="4572000"/>
            <a:ext cx="1207168" cy="838198"/>
          </a:xfrm>
          <a:prstGeom prst="rect">
            <a:avLst/>
          </a:prstGeom>
          <a:noFill/>
          <a:ln w="28575" cap="sq"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Tahoma" pitchFamily="34" charset="0"/>
            </a:endParaRPr>
          </a:p>
        </p:txBody>
      </p:sp>
      <p:sp>
        <p:nvSpPr>
          <p:cNvPr id="9" name="TextBox 8">
            <a:extLst>
              <a:ext uri="{FF2B5EF4-FFF2-40B4-BE49-F238E27FC236}">
                <a16:creationId xmlns:a16="http://schemas.microsoft.com/office/drawing/2014/main" id="{4E32DC85-E750-48B6-A0C3-66AC4718F127}"/>
              </a:ext>
            </a:extLst>
          </p:cNvPr>
          <p:cNvSpPr txBox="1"/>
          <p:nvPr/>
        </p:nvSpPr>
        <p:spPr>
          <a:xfrm>
            <a:off x="3134644" y="4776173"/>
            <a:ext cx="1066800" cy="369332"/>
          </a:xfrm>
          <a:prstGeom prst="rect">
            <a:avLst/>
          </a:prstGeom>
          <a:noFill/>
          <a:ln>
            <a:noFill/>
          </a:ln>
        </p:spPr>
        <p:txBody>
          <a:bodyPr wrap="square" rtlCol="0">
            <a:spAutoFit/>
          </a:bodyPr>
          <a:lstStyle/>
          <a:p>
            <a:pPr algn="ctr"/>
            <a:r>
              <a:rPr lang="en-US" b="1" dirty="0">
                <a:latin typeface="Courier New" panose="02070309020205020404" pitchFamily="49" charset="0"/>
                <a:cs typeface="Courier New" panose="02070309020205020404" pitchFamily="49" charset="0"/>
              </a:rPr>
              <a:t>_first</a:t>
            </a:r>
          </a:p>
        </p:txBody>
      </p:sp>
      <p:cxnSp>
        <p:nvCxnSpPr>
          <p:cNvPr id="10" name="Straight Arrow Connector 9">
            <a:extLst>
              <a:ext uri="{FF2B5EF4-FFF2-40B4-BE49-F238E27FC236}">
                <a16:creationId xmlns:a16="http://schemas.microsoft.com/office/drawing/2014/main" id="{1A4603CB-3B90-4596-B5BC-CABBD7B0C724}"/>
              </a:ext>
            </a:extLst>
          </p:cNvPr>
          <p:cNvCxnSpPr>
            <a:cxnSpLocks/>
            <a:stCxn id="11" idx="3"/>
          </p:cNvCxnSpPr>
          <p:nvPr/>
        </p:nvCxnSpPr>
        <p:spPr bwMode="auto">
          <a:xfrm>
            <a:off x="2620294" y="4939099"/>
            <a:ext cx="438150" cy="0"/>
          </a:xfrm>
          <a:prstGeom prst="straightConnector1">
            <a:avLst/>
          </a:prstGeom>
          <a:solidFill>
            <a:schemeClr val="accent1"/>
          </a:solidFill>
          <a:ln w="38100" cap="sq" cmpd="sng" algn="ctr">
            <a:solidFill>
              <a:schemeClr val="tx1"/>
            </a:solidFill>
            <a:prstDash val="sysDot"/>
            <a:round/>
            <a:headEnd type="none" w="sm" len="sm"/>
            <a:tailEnd type="none"/>
          </a:ln>
          <a:effectLst/>
        </p:spPr>
      </p:cxnSp>
      <p:sp>
        <p:nvSpPr>
          <p:cNvPr id="11" name="TextBox 10">
            <a:extLst>
              <a:ext uri="{FF2B5EF4-FFF2-40B4-BE49-F238E27FC236}">
                <a16:creationId xmlns:a16="http://schemas.microsoft.com/office/drawing/2014/main" id="{AEC2EE02-B42B-4F4D-BD3D-F9DDB036F5A7}"/>
              </a:ext>
            </a:extLst>
          </p:cNvPr>
          <p:cNvSpPr txBox="1"/>
          <p:nvPr/>
        </p:nvSpPr>
        <p:spPr>
          <a:xfrm>
            <a:off x="1782094" y="4754433"/>
            <a:ext cx="838200" cy="369332"/>
          </a:xfrm>
          <a:prstGeom prst="rect">
            <a:avLst/>
          </a:prstGeom>
          <a:noFill/>
          <a:ln>
            <a:noFill/>
          </a:ln>
        </p:spPr>
        <p:txBody>
          <a:bodyPr wrap="square" rtlCol="0">
            <a:spAutoFit/>
          </a:bodyPr>
          <a:lstStyle/>
          <a:p>
            <a:pPr algn="ctr"/>
            <a:r>
              <a:rPr lang="en-US" b="1" dirty="0">
                <a:latin typeface="Courier New" panose="02070309020205020404" pitchFamily="49" charset="0"/>
                <a:cs typeface="Courier New" panose="02070309020205020404" pitchFamily="49" charset="0"/>
              </a:rPr>
              <a:t>s1</a:t>
            </a:r>
          </a:p>
        </p:txBody>
      </p:sp>
      <p:sp>
        <p:nvSpPr>
          <p:cNvPr id="12" name="TextBox 11">
            <a:extLst>
              <a:ext uri="{FF2B5EF4-FFF2-40B4-BE49-F238E27FC236}">
                <a16:creationId xmlns:a16="http://schemas.microsoft.com/office/drawing/2014/main" id="{FD48E574-69E1-405A-B201-F79B85AA51D7}"/>
              </a:ext>
            </a:extLst>
          </p:cNvPr>
          <p:cNvSpPr txBox="1"/>
          <p:nvPr/>
        </p:nvSpPr>
        <p:spPr>
          <a:xfrm>
            <a:off x="7924800" y="5556687"/>
            <a:ext cx="838200" cy="369332"/>
          </a:xfrm>
          <a:prstGeom prst="rect">
            <a:avLst/>
          </a:prstGeom>
          <a:noFill/>
          <a:ln>
            <a:noFill/>
          </a:ln>
        </p:spPr>
        <p:txBody>
          <a:bodyPr wrap="square" rtlCol="0">
            <a:spAutoFit/>
          </a:bodyPr>
          <a:lstStyle/>
          <a:p>
            <a:pPr algn="ctr"/>
            <a:r>
              <a:rPr lang="en-US" b="1" dirty="0">
                <a:latin typeface="Courier New" panose="02070309020205020404" pitchFamily="49" charset="0"/>
                <a:cs typeface="Courier New" panose="02070309020205020404" pitchFamily="49" charset="0"/>
              </a:rPr>
              <a:t>None</a:t>
            </a:r>
          </a:p>
        </p:txBody>
      </p:sp>
      <p:cxnSp>
        <p:nvCxnSpPr>
          <p:cNvPr id="13" name="Straight Arrow Connector 12">
            <a:extLst>
              <a:ext uri="{FF2B5EF4-FFF2-40B4-BE49-F238E27FC236}">
                <a16:creationId xmlns:a16="http://schemas.microsoft.com/office/drawing/2014/main" id="{858817CD-C50B-4E8F-81FE-49AC09768845}"/>
              </a:ext>
            </a:extLst>
          </p:cNvPr>
          <p:cNvCxnSpPr>
            <a:cxnSpLocks/>
          </p:cNvCxnSpPr>
          <p:nvPr/>
        </p:nvCxnSpPr>
        <p:spPr bwMode="auto">
          <a:xfrm flipH="1">
            <a:off x="6043150" y="5078619"/>
            <a:ext cx="15874" cy="542600"/>
          </a:xfrm>
          <a:prstGeom prst="straightConnector1">
            <a:avLst/>
          </a:prstGeom>
          <a:solidFill>
            <a:schemeClr val="accent1"/>
          </a:solidFill>
          <a:ln w="38100" cap="sq" cmpd="sng" algn="ctr">
            <a:solidFill>
              <a:schemeClr val="tx1"/>
            </a:solidFill>
            <a:prstDash val="sysDot"/>
            <a:round/>
            <a:headEnd type="none" w="sm" len="sm"/>
            <a:tailEnd type="none"/>
          </a:ln>
          <a:effectLst/>
        </p:spPr>
      </p:cxnSp>
      <p:grpSp>
        <p:nvGrpSpPr>
          <p:cNvPr id="3" name="Group 2">
            <a:extLst>
              <a:ext uri="{FF2B5EF4-FFF2-40B4-BE49-F238E27FC236}">
                <a16:creationId xmlns:a16="http://schemas.microsoft.com/office/drawing/2014/main" id="{FEC0AC7F-D934-43A2-8DBA-8D13D7DF7284}"/>
              </a:ext>
            </a:extLst>
          </p:cNvPr>
          <p:cNvGrpSpPr/>
          <p:nvPr/>
        </p:nvGrpSpPr>
        <p:grpSpPr>
          <a:xfrm>
            <a:off x="5744246" y="5621219"/>
            <a:ext cx="1778238" cy="276999"/>
            <a:chOff x="4220246" y="4419600"/>
            <a:chExt cx="1778238" cy="276999"/>
          </a:xfrm>
        </p:grpSpPr>
        <p:sp>
          <p:nvSpPr>
            <p:cNvPr id="14" name="TextBox 13">
              <a:extLst>
                <a:ext uri="{FF2B5EF4-FFF2-40B4-BE49-F238E27FC236}">
                  <a16:creationId xmlns:a16="http://schemas.microsoft.com/office/drawing/2014/main" id="{4EE413CA-49A1-487F-AD41-C05BFF470B1D}"/>
                </a:ext>
              </a:extLst>
            </p:cNvPr>
            <p:cNvSpPr txBox="1"/>
            <p:nvPr/>
          </p:nvSpPr>
          <p:spPr>
            <a:xfrm>
              <a:off x="4220246" y="4419600"/>
              <a:ext cx="943892" cy="276999"/>
            </a:xfrm>
            <a:prstGeom prst="rect">
              <a:avLst/>
            </a:prstGeom>
            <a:noFill/>
            <a:ln>
              <a:solidFill>
                <a:schemeClr val="tx1"/>
              </a:solidFill>
            </a:ln>
          </p:spPr>
          <p:txBody>
            <a:bodyPr wrap="square" rtlCol="0">
              <a:spAutoFit/>
            </a:bodyPr>
            <a:lstStyle/>
            <a:p>
              <a:pPr algn="ctr"/>
              <a:r>
                <a:rPr lang="en-US" sz="1200" b="1" dirty="0">
                  <a:latin typeface="Courier New" panose="02070309020205020404" pitchFamily="49" charset="0"/>
                  <a:cs typeface="Courier New" panose="02070309020205020404" pitchFamily="49" charset="0"/>
                </a:rPr>
                <a:t>_value</a:t>
              </a:r>
            </a:p>
          </p:txBody>
        </p:sp>
        <p:sp>
          <p:nvSpPr>
            <p:cNvPr id="17" name="TextBox 16">
              <a:extLst>
                <a:ext uri="{FF2B5EF4-FFF2-40B4-BE49-F238E27FC236}">
                  <a16:creationId xmlns:a16="http://schemas.microsoft.com/office/drawing/2014/main" id="{2C62E270-5BCE-4DB3-A69B-B2AB47E4B39E}"/>
                </a:ext>
              </a:extLst>
            </p:cNvPr>
            <p:cNvSpPr txBox="1"/>
            <p:nvPr/>
          </p:nvSpPr>
          <p:spPr>
            <a:xfrm>
              <a:off x="5160284" y="4419600"/>
              <a:ext cx="838200" cy="276999"/>
            </a:xfrm>
            <a:prstGeom prst="rect">
              <a:avLst/>
            </a:prstGeom>
            <a:noFill/>
            <a:ln>
              <a:solidFill>
                <a:schemeClr val="tx1"/>
              </a:solidFill>
            </a:ln>
          </p:spPr>
          <p:txBody>
            <a:bodyPr wrap="square" rtlCol="0">
              <a:spAutoFit/>
            </a:bodyPr>
            <a:lstStyle/>
            <a:p>
              <a:pPr algn="ctr"/>
              <a:r>
                <a:rPr lang="en-US" sz="1200" b="1" dirty="0">
                  <a:latin typeface="Courier New" panose="02070309020205020404" pitchFamily="49" charset="0"/>
                  <a:cs typeface="Courier New" panose="02070309020205020404" pitchFamily="49" charset="0"/>
                </a:rPr>
                <a:t>_next</a:t>
              </a:r>
            </a:p>
          </p:txBody>
        </p:sp>
      </p:grpSp>
      <p:cxnSp>
        <p:nvCxnSpPr>
          <p:cNvPr id="22" name="Straight Arrow Connector 21">
            <a:extLst>
              <a:ext uri="{FF2B5EF4-FFF2-40B4-BE49-F238E27FC236}">
                <a16:creationId xmlns:a16="http://schemas.microsoft.com/office/drawing/2014/main" id="{F91A27A2-F508-4EEF-AD7E-41C0CD7ADD26}"/>
              </a:ext>
            </a:extLst>
          </p:cNvPr>
          <p:cNvCxnSpPr>
            <a:cxnSpLocks/>
          </p:cNvCxnSpPr>
          <p:nvPr/>
        </p:nvCxnSpPr>
        <p:spPr bwMode="auto">
          <a:xfrm>
            <a:off x="6216192" y="5875913"/>
            <a:ext cx="108408" cy="202506"/>
          </a:xfrm>
          <a:prstGeom prst="straightConnector1">
            <a:avLst/>
          </a:prstGeom>
          <a:solidFill>
            <a:schemeClr val="accent1"/>
          </a:solidFill>
          <a:ln w="38100" cap="sq" cmpd="sng" algn="ctr">
            <a:solidFill>
              <a:schemeClr val="tx1"/>
            </a:solidFill>
            <a:prstDash val="sysDot"/>
            <a:round/>
            <a:headEnd type="none" w="sm" len="sm"/>
            <a:tailEnd type="none"/>
          </a:ln>
          <a:effectLst/>
        </p:spPr>
      </p:cxnSp>
      <p:sp>
        <p:nvSpPr>
          <p:cNvPr id="24" name="TextBox 23">
            <a:extLst>
              <a:ext uri="{FF2B5EF4-FFF2-40B4-BE49-F238E27FC236}">
                <a16:creationId xmlns:a16="http://schemas.microsoft.com/office/drawing/2014/main" id="{29CA2D9D-1F99-482E-BE2D-BB0D8A273B7F}"/>
              </a:ext>
            </a:extLst>
          </p:cNvPr>
          <p:cNvSpPr txBox="1"/>
          <p:nvPr/>
        </p:nvSpPr>
        <p:spPr>
          <a:xfrm>
            <a:off x="6019800" y="6031468"/>
            <a:ext cx="838200" cy="369332"/>
          </a:xfrm>
          <a:prstGeom prst="rect">
            <a:avLst/>
          </a:prstGeom>
          <a:noFill/>
          <a:ln>
            <a:noFill/>
          </a:ln>
        </p:spPr>
        <p:txBody>
          <a:bodyPr wrap="square" rtlCol="0">
            <a:spAutoFit/>
          </a:bodyPr>
          <a:lstStyle/>
          <a:p>
            <a:pPr algn="ctr"/>
            <a:r>
              <a:rPr lang="en-US" b="1" dirty="0">
                <a:latin typeface="Courier New" panose="02070309020205020404" pitchFamily="49" charset="0"/>
                <a:cs typeface="Courier New" panose="02070309020205020404" pitchFamily="49" charset="0"/>
              </a:rPr>
              <a:t>12</a:t>
            </a:r>
          </a:p>
        </p:txBody>
      </p:sp>
      <p:cxnSp>
        <p:nvCxnSpPr>
          <p:cNvPr id="26" name="Straight Arrow Connector 25">
            <a:extLst>
              <a:ext uri="{FF2B5EF4-FFF2-40B4-BE49-F238E27FC236}">
                <a16:creationId xmlns:a16="http://schemas.microsoft.com/office/drawing/2014/main" id="{FFE4D22D-96F8-4392-9165-788DD6DA80E1}"/>
              </a:ext>
            </a:extLst>
          </p:cNvPr>
          <p:cNvCxnSpPr>
            <a:cxnSpLocks/>
          </p:cNvCxnSpPr>
          <p:nvPr/>
        </p:nvCxnSpPr>
        <p:spPr bwMode="auto">
          <a:xfrm>
            <a:off x="4191000" y="4937523"/>
            <a:ext cx="407066" cy="1576"/>
          </a:xfrm>
          <a:prstGeom prst="straightConnector1">
            <a:avLst/>
          </a:prstGeom>
          <a:solidFill>
            <a:schemeClr val="accent1"/>
          </a:solidFill>
          <a:ln w="38100" cap="sq" cmpd="sng" algn="ctr">
            <a:solidFill>
              <a:schemeClr val="tx1"/>
            </a:solidFill>
            <a:prstDash val="sysDot"/>
            <a:round/>
            <a:headEnd type="none" w="sm" len="sm"/>
            <a:tailEnd type="none"/>
          </a:ln>
          <a:effectLst/>
        </p:spPr>
      </p:cxnSp>
      <p:grpSp>
        <p:nvGrpSpPr>
          <p:cNvPr id="27" name="Group 26">
            <a:extLst>
              <a:ext uri="{FF2B5EF4-FFF2-40B4-BE49-F238E27FC236}">
                <a16:creationId xmlns:a16="http://schemas.microsoft.com/office/drawing/2014/main" id="{F7AF8BC6-6D4B-47A3-ABD9-A8ED7DB6EDDC}"/>
              </a:ext>
            </a:extLst>
          </p:cNvPr>
          <p:cNvGrpSpPr/>
          <p:nvPr/>
        </p:nvGrpSpPr>
        <p:grpSpPr>
          <a:xfrm>
            <a:off x="4627312" y="4800600"/>
            <a:ext cx="1778238" cy="276999"/>
            <a:chOff x="4220246" y="4419600"/>
            <a:chExt cx="1778238" cy="276999"/>
          </a:xfrm>
        </p:grpSpPr>
        <p:sp>
          <p:nvSpPr>
            <p:cNvPr id="28" name="TextBox 27">
              <a:extLst>
                <a:ext uri="{FF2B5EF4-FFF2-40B4-BE49-F238E27FC236}">
                  <a16:creationId xmlns:a16="http://schemas.microsoft.com/office/drawing/2014/main" id="{4CA3590A-EE27-4208-80B3-BFB2E7815655}"/>
                </a:ext>
              </a:extLst>
            </p:cNvPr>
            <p:cNvSpPr txBox="1"/>
            <p:nvPr/>
          </p:nvSpPr>
          <p:spPr>
            <a:xfrm>
              <a:off x="4220246" y="4419600"/>
              <a:ext cx="943892" cy="276999"/>
            </a:xfrm>
            <a:prstGeom prst="rect">
              <a:avLst/>
            </a:prstGeom>
            <a:noFill/>
            <a:ln>
              <a:solidFill>
                <a:schemeClr val="tx1"/>
              </a:solidFill>
            </a:ln>
          </p:spPr>
          <p:txBody>
            <a:bodyPr wrap="square" rtlCol="0">
              <a:spAutoFit/>
            </a:bodyPr>
            <a:lstStyle/>
            <a:p>
              <a:pPr algn="ctr"/>
              <a:r>
                <a:rPr lang="en-US" sz="1200" b="1" dirty="0">
                  <a:latin typeface="Courier New" panose="02070309020205020404" pitchFamily="49" charset="0"/>
                  <a:cs typeface="Courier New" panose="02070309020205020404" pitchFamily="49" charset="0"/>
                </a:rPr>
                <a:t>_value</a:t>
              </a:r>
            </a:p>
          </p:txBody>
        </p:sp>
        <p:sp>
          <p:nvSpPr>
            <p:cNvPr id="29" name="TextBox 28">
              <a:extLst>
                <a:ext uri="{FF2B5EF4-FFF2-40B4-BE49-F238E27FC236}">
                  <a16:creationId xmlns:a16="http://schemas.microsoft.com/office/drawing/2014/main" id="{B5FE16B3-8524-4E5A-AB84-61E5915D28A9}"/>
                </a:ext>
              </a:extLst>
            </p:cNvPr>
            <p:cNvSpPr txBox="1"/>
            <p:nvPr/>
          </p:nvSpPr>
          <p:spPr>
            <a:xfrm>
              <a:off x="5160284" y="4419600"/>
              <a:ext cx="838200" cy="276999"/>
            </a:xfrm>
            <a:prstGeom prst="rect">
              <a:avLst/>
            </a:prstGeom>
            <a:noFill/>
            <a:ln>
              <a:solidFill>
                <a:schemeClr val="tx1"/>
              </a:solidFill>
            </a:ln>
          </p:spPr>
          <p:txBody>
            <a:bodyPr wrap="square" rtlCol="0">
              <a:spAutoFit/>
            </a:bodyPr>
            <a:lstStyle/>
            <a:p>
              <a:pPr algn="ctr"/>
              <a:r>
                <a:rPr lang="en-US" sz="1200" b="1" dirty="0">
                  <a:latin typeface="Courier New" panose="02070309020205020404" pitchFamily="49" charset="0"/>
                  <a:cs typeface="Courier New" panose="02070309020205020404" pitchFamily="49" charset="0"/>
                </a:rPr>
                <a:t>_next</a:t>
              </a:r>
            </a:p>
          </p:txBody>
        </p:sp>
      </p:grpSp>
      <p:cxnSp>
        <p:nvCxnSpPr>
          <p:cNvPr id="30" name="Straight Arrow Connector 29">
            <a:extLst>
              <a:ext uri="{FF2B5EF4-FFF2-40B4-BE49-F238E27FC236}">
                <a16:creationId xmlns:a16="http://schemas.microsoft.com/office/drawing/2014/main" id="{7441F1A5-60D4-4F38-94EF-1F1DEC018BE2}"/>
              </a:ext>
            </a:extLst>
          </p:cNvPr>
          <p:cNvCxnSpPr>
            <a:cxnSpLocks/>
          </p:cNvCxnSpPr>
          <p:nvPr/>
        </p:nvCxnSpPr>
        <p:spPr bwMode="auto">
          <a:xfrm>
            <a:off x="5099258" y="5055294"/>
            <a:ext cx="108408" cy="202506"/>
          </a:xfrm>
          <a:prstGeom prst="straightConnector1">
            <a:avLst/>
          </a:prstGeom>
          <a:solidFill>
            <a:schemeClr val="accent1"/>
          </a:solidFill>
          <a:ln w="38100" cap="sq" cmpd="sng" algn="ctr">
            <a:solidFill>
              <a:schemeClr val="tx1"/>
            </a:solidFill>
            <a:prstDash val="sysDot"/>
            <a:round/>
            <a:headEnd type="none" w="sm" len="sm"/>
            <a:tailEnd type="none"/>
          </a:ln>
          <a:effectLst/>
        </p:spPr>
      </p:cxnSp>
      <p:sp>
        <p:nvSpPr>
          <p:cNvPr id="31" name="TextBox 30">
            <a:extLst>
              <a:ext uri="{FF2B5EF4-FFF2-40B4-BE49-F238E27FC236}">
                <a16:creationId xmlns:a16="http://schemas.microsoft.com/office/drawing/2014/main" id="{243CFA20-C9B3-494B-9761-04B9EE989F9E}"/>
              </a:ext>
            </a:extLst>
          </p:cNvPr>
          <p:cNvSpPr txBox="1"/>
          <p:nvPr/>
        </p:nvSpPr>
        <p:spPr>
          <a:xfrm>
            <a:off x="4902866" y="5210849"/>
            <a:ext cx="838200" cy="369332"/>
          </a:xfrm>
          <a:prstGeom prst="rect">
            <a:avLst/>
          </a:prstGeom>
          <a:noFill/>
          <a:ln>
            <a:noFill/>
          </a:ln>
        </p:spPr>
        <p:txBody>
          <a:bodyPr wrap="square" rtlCol="0">
            <a:spAutoFit/>
          </a:bodyPr>
          <a:lstStyle/>
          <a:p>
            <a:pPr algn="ctr"/>
            <a:r>
              <a:rPr lang="en-US" b="1" dirty="0">
                <a:latin typeface="Courier New" panose="02070309020205020404" pitchFamily="49" charset="0"/>
                <a:cs typeface="Courier New" panose="02070309020205020404" pitchFamily="49" charset="0"/>
              </a:rPr>
              <a:t>'hi'</a:t>
            </a:r>
          </a:p>
        </p:txBody>
      </p:sp>
    </p:spTree>
    <p:extLst>
      <p:ext uri="{BB962C8B-B14F-4D97-AF65-F5344CB8AC3E}">
        <p14:creationId xmlns:p14="http://schemas.microsoft.com/office/powerpoint/2010/main" val="42288195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pPr eaLnBrk="1" hangingPunct="1"/>
            <a:r>
              <a:rPr lang="en-US" altLang="en-US" dirty="0"/>
              <a:t>Singly Linked List Code: </a:t>
            </a:r>
            <a:r>
              <a:rPr lang="en-US" altLang="en-US" b="1" dirty="0"/>
              <a:t>append()</a:t>
            </a:r>
          </a:p>
        </p:txBody>
      </p:sp>
      <p:sp>
        <p:nvSpPr>
          <p:cNvPr id="43011" name="Rectangle 3"/>
          <p:cNvSpPr>
            <a:spLocks noGrp="1" noChangeArrowheads="1"/>
          </p:cNvSpPr>
          <p:nvPr>
            <p:ph type="body" idx="1"/>
          </p:nvPr>
        </p:nvSpPr>
        <p:spPr/>
        <p:txBody>
          <a:bodyPr/>
          <a:lstStyle/>
          <a:p>
            <a:pPr marL="0" indent="0">
              <a:spcBef>
                <a:spcPts val="0"/>
              </a:spcBef>
              <a:buNone/>
            </a:pPr>
            <a:r>
              <a:rPr lang="en-US" sz="1800" b="1" dirty="0">
                <a:latin typeface="Courier New" panose="02070309020205020404" pitchFamily="49" charset="0"/>
                <a:cs typeface="Courier New" panose="02070309020205020404" pitchFamily="49" charset="0"/>
              </a:rPr>
              <a:t># File: SinglyLinkedList.py (</a:t>
            </a:r>
            <a:r>
              <a:rPr lang="en-US" sz="1800" b="1" dirty="0" err="1">
                <a:latin typeface="Courier New" panose="02070309020205020404" pitchFamily="49" charset="0"/>
                <a:cs typeface="Courier New" panose="02070309020205020404" pitchFamily="49" charset="0"/>
              </a:rPr>
              <a:t>cont</a:t>
            </a:r>
            <a:r>
              <a:rPr lang="en-US" sz="1800" b="1" dirty="0">
                <a:latin typeface="Courier New" panose="02070309020205020404" pitchFamily="49" charset="0"/>
                <a:cs typeface="Courier New" panose="02070309020205020404" pitchFamily="49" charset="0"/>
              </a:rPr>
              <a:t>)</a:t>
            </a:r>
          </a:p>
          <a:p>
            <a:pPr marL="0" indent="0">
              <a:spcBef>
                <a:spcPts val="0"/>
              </a:spcBef>
              <a:buNone/>
            </a:pPr>
            <a:endParaRPr lang="en-US" sz="1000" b="1" dirty="0">
              <a:latin typeface="Courier New" panose="02070309020205020404" pitchFamily="49" charset="0"/>
              <a:cs typeface="Courier New" panose="02070309020205020404" pitchFamily="49" charset="0"/>
            </a:endParaRPr>
          </a:p>
          <a:p>
            <a:pPr marL="0" indent="0">
              <a:spcBef>
                <a:spcPts val="0"/>
              </a:spcBef>
              <a:buNone/>
            </a:pPr>
            <a:r>
              <a:rPr lang="en-US" sz="1800" b="1" dirty="0">
                <a:latin typeface="Courier New" panose="02070309020205020404" pitchFamily="49" charset="0"/>
                <a:cs typeface="Courier New" panose="02070309020205020404" pitchFamily="49" charset="0"/>
              </a:rPr>
              <a:t>class </a:t>
            </a:r>
            <a:r>
              <a:rPr lang="en-US" sz="1800" b="1" dirty="0" err="1">
                <a:latin typeface="Courier New" panose="02070309020205020404" pitchFamily="49" charset="0"/>
                <a:cs typeface="Courier New" panose="02070309020205020404" pitchFamily="49" charset="0"/>
              </a:rPr>
              <a:t>SinglyLinkedList</a:t>
            </a:r>
            <a:r>
              <a:rPr lang="en-US" sz="1800" b="1" dirty="0">
                <a:latin typeface="Courier New" panose="02070309020205020404" pitchFamily="49" charset="0"/>
                <a:cs typeface="Courier New" panose="02070309020205020404" pitchFamily="49" charset="0"/>
              </a:rPr>
              <a:t>:</a:t>
            </a:r>
          </a:p>
          <a:p>
            <a:pPr marL="0" indent="0">
              <a:spcBef>
                <a:spcPts val="0"/>
              </a:spcBef>
              <a:buNone/>
            </a:pPr>
            <a:r>
              <a:rPr lang="en-US" sz="1000" b="1" dirty="0">
                <a:latin typeface="Courier New" panose="02070309020205020404" pitchFamily="49" charset="0"/>
                <a:cs typeface="Courier New" panose="02070309020205020404" pitchFamily="49" charset="0"/>
              </a:rPr>
              <a:t>... </a:t>
            </a:r>
          </a:p>
          <a:p>
            <a:pPr marL="0" indent="0">
              <a:spcBef>
                <a:spcPts val="0"/>
              </a:spcBef>
              <a:buNone/>
            </a:pPr>
            <a:r>
              <a:rPr lang="en-US" sz="1800" b="1" dirty="0">
                <a:latin typeface="Courier New" panose="02070309020205020404" pitchFamily="49" charset="0"/>
                <a:cs typeface="Courier New" panose="02070309020205020404" pitchFamily="49" charset="0"/>
              </a:rPr>
              <a:t>   def append(self, value):</a:t>
            </a:r>
          </a:p>
          <a:p>
            <a:pPr marL="0" indent="0">
              <a:spcBef>
                <a:spcPts val="0"/>
              </a:spcBef>
              <a:buNone/>
            </a:pPr>
            <a:r>
              <a:rPr lang="en-US" sz="1800" b="1" dirty="0">
                <a:latin typeface="Courier New" panose="02070309020205020404" pitchFamily="49" charset="0"/>
                <a:cs typeface="Courier New" panose="02070309020205020404" pitchFamily="49" charset="0"/>
              </a:rPr>
              <a:t>      </a:t>
            </a:r>
            <a:r>
              <a:rPr lang="en-US" sz="1800" b="1" dirty="0" err="1">
                <a:latin typeface="Courier New" panose="02070309020205020404" pitchFamily="49" charset="0"/>
                <a:cs typeface="Courier New" panose="02070309020205020404" pitchFamily="49" charset="0"/>
              </a:rPr>
              <a:t>new_node</a:t>
            </a:r>
            <a:r>
              <a:rPr lang="en-US" sz="1800" b="1" dirty="0">
                <a:latin typeface="Courier New" panose="02070309020205020404" pitchFamily="49" charset="0"/>
                <a:cs typeface="Courier New" panose="02070309020205020404" pitchFamily="49" charset="0"/>
              </a:rPr>
              <a:t> = </a:t>
            </a:r>
            <a:r>
              <a:rPr lang="en-US" sz="1800" b="1" dirty="0" err="1">
                <a:latin typeface="Courier New" panose="02070309020205020404" pitchFamily="49" charset="0"/>
                <a:cs typeface="Courier New" panose="02070309020205020404" pitchFamily="49" charset="0"/>
              </a:rPr>
              <a:t>SinglyLinkedList</a:t>
            </a:r>
            <a:r>
              <a:rPr lang="en-US" sz="1800" b="1" dirty="0">
                <a:latin typeface="Courier New" panose="02070309020205020404" pitchFamily="49" charset="0"/>
                <a:cs typeface="Courier New" panose="02070309020205020404" pitchFamily="49" charset="0"/>
              </a:rPr>
              <a:t>._</a:t>
            </a:r>
            <a:r>
              <a:rPr lang="en-US" sz="1800" b="1" dirty="0" err="1">
                <a:latin typeface="Courier New" panose="02070309020205020404" pitchFamily="49" charset="0"/>
                <a:cs typeface="Courier New" panose="02070309020205020404" pitchFamily="49" charset="0"/>
              </a:rPr>
              <a:t>SLLNode</a:t>
            </a:r>
            <a:r>
              <a:rPr lang="en-US" sz="1800" b="1" dirty="0">
                <a:latin typeface="Courier New" panose="02070309020205020404" pitchFamily="49" charset="0"/>
                <a:cs typeface="Courier New" panose="02070309020205020404" pitchFamily="49" charset="0"/>
              </a:rPr>
              <a:t>(value, None)</a:t>
            </a:r>
          </a:p>
          <a:p>
            <a:pPr marL="0" indent="0">
              <a:spcBef>
                <a:spcPts val="0"/>
              </a:spcBef>
              <a:buNone/>
            </a:pPr>
            <a:r>
              <a:rPr lang="en-US" sz="1800" b="1" dirty="0">
                <a:latin typeface="Courier New" panose="02070309020205020404" pitchFamily="49" charset="0"/>
                <a:cs typeface="Courier New" panose="02070309020205020404" pitchFamily="49" charset="0"/>
              </a:rPr>
              <a:t>      if </a:t>
            </a:r>
            <a:r>
              <a:rPr lang="en-US" sz="1800" b="1" dirty="0" err="1">
                <a:latin typeface="Courier New" panose="02070309020205020404" pitchFamily="49" charset="0"/>
                <a:cs typeface="Courier New" panose="02070309020205020404" pitchFamily="49" charset="0"/>
              </a:rPr>
              <a:t>self._first</a:t>
            </a:r>
            <a:r>
              <a:rPr lang="en-US" sz="1800" b="1" dirty="0">
                <a:latin typeface="Courier New" panose="02070309020205020404" pitchFamily="49" charset="0"/>
                <a:cs typeface="Courier New" panose="02070309020205020404" pitchFamily="49" charset="0"/>
              </a:rPr>
              <a:t> == None:</a:t>
            </a:r>
          </a:p>
          <a:p>
            <a:pPr marL="0" indent="0">
              <a:spcBef>
                <a:spcPts val="0"/>
              </a:spcBef>
              <a:buNone/>
            </a:pPr>
            <a:r>
              <a:rPr lang="en-US" sz="1800" b="1" dirty="0">
                <a:latin typeface="Courier New" panose="02070309020205020404" pitchFamily="49" charset="0"/>
                <a:cs typeface="Courier New" panose="02070309020205020404" pitchFamily="49" charset="0"/>
              </a:rPr>
              <a:t>         </a:t>
            </a:r>
            <a:r>
              <a:rPr lang="en-US" sz="1800" b="1" dirty="0" err="1">
                <a:latin typeface="Courier New" panose="02070309020205020404" pitchFamily="49" charset="0"/>
                <a:cs typeface="Courier New" panose="02070309020205020404" pitchFamily="49" charset="0"/>
              </a:rPr>
              <a:t>self._first</a:t>
            </a:r>
            <a:r>
              <a:rPr lang="en-US" sz="1800" b="1" dirty="0">
                <a:latin typeface="Courier New" panose="02070309020205020404" pitchFamily="49" charset="0"/>
                <a:cs typeface="Courier New" panose="02070309020205020404" pitchFamily="49" charset="0"/>
              </a:rPr>
              <a:t> = </a:t>
            </a:r>
            <a:r>
              <a:rPr lang="en-US" sz="1800" b="1" dirty="0" err="1">
                <a:latin typeface="Courier New" panose="02070309020205020404" pitchFamily="49" charset="0"/>
                <a:cs typeface="Courier New" panose="02070309020205020404" pitchFamily="49" charset="0"/>
              </a:rPr>
              <a:t>new_node</a:t>
            </a:r>
            <a:endParaRPr lang="en-US" sz="1800" b="1" dirty="0">
              <a:latin typeface="Courier New" panose="02070309020205020404" pitchFamily="49" charset="0"/>
              <a:cs typeface="Courier New" panose="02070309020205020404" pitchFamily="49" charset="0"/>
            </a:endParaRPr>
          </a:p>
          <a:p>
            <a:pPr marL="0" indent="0">
              <a:spcBef>
                <a:spcPts val="0"/>
              </a:spcBef>
              <a:buNone/>
            </a:pPr>
            <a:r>
              <a:rPr lang="en-US" sz="1800" b="1" dirty="0">
                <a:latin typeface="Courier New" panose="02070309020205020404" pitchFamily="49" charset="0"/>
                <a:cs typeface="Courier New" panose="02070309020205020404" pitchFamily="49" charset="0"/>
              </a:rPr>
              <a:t>      else:</a:t>
            </a:r>
          </a:p>
          <a:p>
            <a:pPr marL="0" indent="0">
              <a:spcBef>
                <a:spcPts val="0"/>
              </a:spcBef>
              <a:buNone/>
            </a:pPr>
            <a:r>
              <a:rPr lang="en-US" sz="1800" b="1" dirty="0">
                <a:latin typeface="Courier New" panose="02070309020205020404" pitchFamily="49" charset="0"/>
                <a:cs typeface="Courier New" panose="02070309020205020404" pitchFamily="49" charset="0"/>
              </a:rPr>
              <a:t>         _next = </a:t>
            </a:r>
            <a:r>
              <a:rPr lang="en-US" sz="1800" b="1" dirty="0" err="1">
                <a:latin typeface="Courier New" panose="02070309020205020404" pitchFamily="49" charset="0"/>
                <a:cs typeface="Courier New" panose="02070309020205020404" pitchFamily="49" charset="0"/>
              </a:rPr>
              <a:t>self._first</a:t>
            </a:r>
            <a:endParaRPr lang="en-US" sz="1800" b="1" dirty="0">
              <a:latin typeface="Courier New" panose="02070309020205020404" pitchFamily="49" charset="0"/>
              <a:cs typeface="Courier New" panose="02070309020205020404" pitchFamily="49" charset="0"/>
            </a:endParaRPr>
          </a:p>
          <a:p>
            <a:pPr marL="0" indent="0">
              <a:spcBef>
                <a:spcPts val="0"/>
              </a:spcBef>
              <a:buNone/>
            </a:pPr>
            <a:r>
              <a:rPr lang="en-US" sz="1800" b="1" dirty="0">
                <a:latin typeface="Courier New" panose="02070309020205020404" pitchFamily="49" charset="0"/>
                <a:cs typeface="Courier New" panose="02070309020205020404" pitchFamily="49" charset="0"/>
              </a:rPr>
              <a:t>         while _</a:t>
            </a:r>
            <a:r>
              <a:rPr lang="en-US" sz="1800" b="1" dirty="0" err="1">
                <a:latin typeface="Courier New" panose="02070309020205020404" pitchFamily="49" charset="0"/>
                <a:cs typeface="Courier New" panose="02070309020205020404" pitchFamily="49" charset="0"/>
              </a:rPr>
              <a:t>next._next</a:t>
            </a:r>
            <a:r>
              <a:rPr lang="en-US" sz="1800" b="1" dirty="0">
                <a:latin typeface="Courier New" panose="02070309020205020404" pitchFamily="49" charset="0"/>
                <a:cs typeface="Courier New" panose="02070309020205020404" pitchFamily="49" charset="0"/>
              </a:rPr>
              <a:t> != None:</a:t>
            </a:r>
          </a:p>
          <a:p>
            <a:pPr marL="0" indent="0">
              <a:spcBef>
                <a:spcPts val="0"/>
              </a:spcBef>
              <a:buNone/>
            </a:pPr>
            <a:r>
              <a:rPr lang="en-US" sz="1800" b="1" dirty="0">
                <a:latin typeface="Courier New" panose="02070309020205020404" pitchFamily="49" charset="0"/>
                <a:cs typeface="Courier New" panose="02070309020205020404" pitchFamily="49" charset="0"/>
              </a:rPr>
              <a:t>            _next = _</a:t>
            </a:r>
            <a:r>
              <a:rPr lang="en-US" sz="1800" b="1" dirty="0" err="1">
                <a:latin typeface="Courier New" panose="02070309020205020404" pitchFamily="49" charset="0"/>
                <a:cs typeface="Courier New" panose="02070309020205020404" pitchFamily="49" charset="0"/>
              </a:rPr>
              <a:t>next._next</a:t>
            </a:r>
            <a:endParaRPr lang="en-US" sz="1800" b="1" dirty="0">
              <a:latin typeface="Courier New" panose="02070309020205020404" pitchFamily="49" charset="0"/>
              <a:cs typeface="Courier New" panose="02070309020205020404" pitchFamily="49" charset="0"/>
            </a:endParaRPr>
          </a:p>
          <a:p>
            <a:pPr marL="0" indent="0">
              <a:spcBef>
                <a:spcPts val="0"/>
              </a:spcBef>
              <a:buNone/>
            </a:pPr>
            <a:r>
              <a:rPr lang="en-US" sz="1800" b="1" dirty="0">
                <a:latin typeface="Courier New" panose="02070309020205020404" pitchFamily="49" charset="0"/>
                <a:cs typeface="Courier New" panose="02070309020205020404" pitchFamily="49" charset="0"/>
              </a:rPr>
              <a:t>         _</a:t>
            </a:r>
            <a:r>
              <a:rPr lang="en-US" sz="1800" b="1" dirty="0" err="1">
                <a:latin typeface="Courier New" panose="02070309020205020404" pitchFamily="49" charset="0"/>
                <a:cs typeface="Courier New" panose="02070309020205020404" pitchFamily="49" charset="0"/>
              </a:rPr>
              <a:t>next._next</a:t>
            </a:r>
            <a:r>
              <a:rPr lang="en-US" sz="1800" b="1" dirty="0">
                <a:latin typeface="Courier New" panose="02070309020205020404" pitchFamily="49" charset="0"/>
                <a:cs typeface="Courier New" panose="02070309020205020404" pitchFamily="49" charset="0"/>
              </a:rPr>
              <a:t> = </a:t>
            </a:r>
            <a:r>
              <a:rPr lang="en-US" sz="1800" b="1" dirty="0" err="1">
                <a:latin typeface="Courier New" panose="02070309020205020404" pitchFamily="49" charset="0"/>
                <a:cs typeface="Courier New" panose="02070309020205020404" pitchFamily="49" charset="0"/>
              </a:rPr>
              <a:t>new_node</a:t>
            </a:r>
            <a:endParaRPr lang="en-US" sz="1800" b="1" dirty="0">
              <a:latin typeface="Courier New" panose="02070309020205020404" pitchFamily="49" charset="0"/>
              <a:cs typeface="Courier New" panose="02070309020205020404" pitchFamily="49" charset="0"/>
            </a:endParaRPr>
          </a:p>
        </p:txBody>
      </p:sp>
      <p:sp>
        <p:nvSpPr>
          <p:cNvPr id="2" name="Slide Number Placeholder 1"/>
          <p:cNvSpPr>
            <a:spLocks noGrp="1"/>
          </p:cNvSpPr>
          <p:nvPr>
            <p:ph type="sldNum" sz="quarter" idx="12"/>
          </p:nvPr>
        </p:nvSpPr>
        <p:spPr/>
        <p:txBody>
          <a:bodyPr/>
          <a:lstStyle/>
          <a:p>
            <a:pPr>
              <a:defRPr/>
            </a:pPr>
            <a:fld id="{9E9676BE-5AF2-4172-BD19-31A2F83EF2EB}" type="slidenum">
              <a:rPr lang="en-US" smtClean="0"/>
              <a:pPr>
                <a:defRPr/>
              </a:pPr>
              <a:t>13</a:t>
            </a:fld>
            <a:endParaRPr lang="en-US"/>
          </a:p>
        </p:txBody>
      </p:sp>
      <p:sp>
        <p:nvSpPr>
          <p:cNvPr id="5" name="Date Placeholder 4"/>
          <p:cNvSpPr>
            <a:spLocks noGrp="1"/>
          </p:cNvSpPr>
          <p:nvPr>
            <p:ph type="dt" sz="half" idx="10"/>
          </p:nvPr>
        </p:nvSpPr>
        <p:spPr/>
        <p:txBody>
          <a:bodyPr/>
          <a:lstStyle/>
          <a:p>
            <a:pPr>
              <a:defRPr/>
            </a:pPr>
            <a:fld id="{B2A0CC13-E366-4764-A88C-37B4E99A0F7B}" type="datetime1">
              <a:rPr lang="en-US" smtClean="0"/>
              <a:t>8/2/2021</a:t>
            </a:fld>
            <a:endParaRPr lang="en-US"/>
          </a:p>
        </p:txBody>
      </p:sp>
      <p:sp>
        <p:nvSpPr>
          <p:cNvPr id="6" name="Footer Placeholder 5"/>
          <p:cNvSpPr>
            <a:spLocks noGrp="1"/>
          </p:cNvSpPr>
          <p:nvPr>
            <p:ph type="ftr" sz="quarter" idx="11"/>
          </p:nvPr>
        </p:nvSpPr>
        <p:spPr/>
        <p:txBody>
          <a:bodyPr/>
          <a:lstStyle/>
          <a:p>
            <a:pPr>
              <a:defRPr/>
            </a:pPr>
            <a:r>
              <a:rPr lang="en-US"/>
              <a:t>Copyright (c) John K. Ostlund</a:t>
            </a:r>
          </a:p>
        </p:txBody>
      </p:sp>
    </p:spTree>
    <p:extLst>
      <p:ext uri="{BB962C8B-B14F-4D97-AF65-F5344CB8AC3E}">
        <p14:creationId xmlns:p14="http://schemas.microsoft.com/office/powerpoint/2010/main" val="38943857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pPr eaLnBrk="1" hangingPunct="1"/>
            <a:r>
              <a:rPr lang="en-US" altLang="en-US" dirty="0"/>
              <a:t>Singly Linked List Application (cont.)</a:t>
            </a:r>
            <a:endParaRPr lang="en-US" altLang="en-US" b="1" dirty="0"/>
          </a:p>
        </p:txBody>
      </p:sp>
      <p:sp>
        <p:nvSpPr>
          <p:cNvPr id="43011" name="Rectangle 3"/>
          <p:cNvSpPr>
            <a:spLocks noGrp="1" noChangeArrowheads="1"/>
          </p:cNvSpPr>
          <p:nvPr>
            <p:ph type="body" idx="1"/>
          </p:nvPr>
        </p:nvSpPr>
        <p:spPr/>
        <p:txBody>
          <a:bodyPr/>
          <a:lstStyle/>
          <a:p>
            <a:pPr marL="0" indent="0">
              <a:spcBef>
                <a:spcPts val="0"/>
              </a:spcBef>
              <a:buNone/>
            </a:pPr>
            <a:r>
              <a:rPr lang="en-US" sz="2000" b="1" dirty="0">
                <a:latin typeface="Courier New" panose="02070309020205020404" pitchFamily="49" charset="0"/>
                <a:cs typeface="Courier New" panose="02070309020205020404" pitchFamily="49" charset="0"/>
              </a:rPr>
              <a:t># File: SLL_app.py</a:t>
            </a:r>
          </a:p>
          <a:p>
            <a:pPr marL="0" indent="0">
              <a:spcBef>
                <a:spcPts val="0"/>
              </a:spcBef>
              <a:buNone/>
            </a:pPr>
            <a:r>
              <a:rPr lang="en-US" sz="2000" b="1" dirty="0">
                <a:latin typeface="Courier New" panose="02070309020205020404" pitchFamily="49" charset="0"/>
                <a:cs typeface="Courier New" panose="02070309020205020404" pitchFamily="49" charset="0"/>
              </a:rPr>
              <a:t>…</a:t>
            </a:r>
          </a:p>
          <a:p>
            <a:pPr marL="0" indent="0">
              <a:spcBef>
                <a:spcPts val="0"/>
              </a:spcBef>
              <a:buNone/>
            </a:pPr>
            <a:r>
              <a:rPr lang="en-US" sz="2000" b="1" dirty="0">
                <a:latin typeface="Courier New" panose="02070309020205020404" pitchFamily="49" charset="0"/>
                <a:cs typeface="Courier New" panose="02070309020205020404" pitchFamily="49" charset="0"/>
              </a:rPr>
              <a:t>print(s1)        # hi 12</a:t>
            </a:r>
          </a:p>
          <a:p>
            <a:pPr marL="0" indent="0">
              <a:spcBef>
                <a:spcPts val="0"/>
              </a:spcBef>
              <a:buNone/>
            </a:pPr>
            <a:r>
              <a:rPr lang="en-US" sz="2000" b="1" dirty="0">
                <a:solidFill>
                  <a:srgbClr val="FF0000"/>
                </a:solidFill>
                <a:latin typeface="Courier New" panose="02070309020205020404" pitchFamily="49" charset="0"/>
                <a:cs typeface="Courier New" panose="02070309020205020404" pitchFamily="49" charset="0"/>
              </a:rPr>
              <a:t>s1.append(7 / 2)</a:t>
            </a:r>
          </a:p>
          <a:p>
            <a:pPr marL="0" indent="0">
              <a:spcBef>
                <a:spcPts val="0"/>
              </a:spcBef>
              <a:buNone/>
            </a:pPr>
            <a:r>
              <a:rPr lang="en-US" sz="2000" b="1" dirty="0">
                <a:solidFill>
                  <a:srgbClr val="00B050"/>
                </a:solidFill>
                <a:latin typeface="Courier New" panose="02070309020205020404" pitchFamily="49" charset="0"/>
                <a:cs typeface="Courier New" panose="02070309020205020404" pitchFamily="49" charset="0"/>
              </a:rPr>
              <a:t>s1.append(True)</a:t>
            </a:r>
          </a:p>
          <a:p>
            <a:pPr marL="0" indent="0">
              <a:spcBef>
                <a:spcPts val="0"/>
              </a:spcBef>
              <a:buNone/>
            </a:pPr>
            <a:r>
              <a:rPr lang="en-US" sz="2000" b="1" dirty="0">
                <a:solidFill>
                  <a:srgbClr val="0070C0"/>
                </a:solidFill>
                <a:latin typeface="Courier New" panose="02070309020205020404" pitchFamily="49" charset="0"/>
                <a:cs typeface="Courier New" panose="02070309020205020404" pitchFamily="49" charset="0"/>
              </a:rPr>
              <a:t>print(s1)        # hi 12 3.5 True</a:t>
            </a:r>
          </a:p>
          <a:p>
            <a:pPr marL="0" indent="0" eaLnBrk="1" hangingPunct="1">
              <a:buNone/>
            </a:pPr>
            <a:endParaRPr lang="en-US" altLang="en-US" sz="1800" b="1" dirty="0">
              <a:latin typeface="Courier New" panose="02070309020205020404" pitchFamily="49" charset="0"/>
              <a:cs typeface="Courier New" panose="02070309020205020404" pitchFamily="49" charset="0"/>
            </a:endParaRPr>
          </a:p>
        </p:txBody>
      </p:sp>
      <p:sp>
        <p:nvSpPr>
          <p:cNvPr id="2" name="Slide Number Placeholder 1"/>
          <p:cNvSpPr>
            <a:spLocks noGrp="1"/>
          </p:cNvSpPr>
          <p:nvPr>
            <p:ph type="sldNum" sz="quarter" idx="12"/>
          </p:nvPr>
        </p:nvSpPr>
        <p:spPr/>
        <p:txBody>
          <a:bodyPr/>
          <a:lstStyle/>
          <a:p>
            <a:pPr>
              <a:defRPr/>
            </a:pPr>
            <a:fld id="{9E9676BE-5AF2-4172-BD19-31A2F83EF2EB}" type="slidenum">
              <a:rPr lang="en-US" smtClean="0"/>
              <a:pPr>
                <a:defRPr/>
              </a:pPr>
              <a:t>14</a:t>
            </a:fld>
            <a:endParaRPr lang="en-US"/>
          </a:p>
        </p:txBody>
      </p:sp>
      <p:sp>
        <p:nvSpPr>
          <p:cNvPr id="5" name="Date Placeholder 4"/>
          <p:cNvSpPr>
            <a:spLocks noGrp="1"/>
          </p:cNvSpPr>
          <p:nvPr>
            <p:ph type="dt" sz="half" idx="10"/>
          </p:nvPr>
        </p:nvSpPr>
        <p:spPr/>
        <p:txBody>
          <a:bodyPr/>
          <a:lstStyle/>
          <a:p>
            <a:pPr>
              <a:defRPr/>
            </a:pPr>
            <a:fld id="{B2A0CC13-E366-4764-A88C-37B4E99A0F7B}" type="datetime1">
              <a:rPr lang="en-US" smtClean="0"/>
              <a:t>8/2/2021</a:t>
            </a:fld>
            <a:endParaRPr lang="en-US"/>
          </a:p>
        </p:txBody>
      </p:sp>
      <p:sp>
        <p:nvSpPr>
          <p:cNvPr id="6" name="Footer Placeholder 5"/>
          <p:cNvSpPr>
            <a:spLocks noGrp="1"/>
          </p:cNvSpPr>
          <p:nvPr>
            <p:ph type="ftr" sz="quarter" idx="11"/>
          </p:nvPr>
        </p:nvSpPr>
        <p:spPr/>
        <p:txBody>
          <a:bodyPr/>
          <a:lstStyle/>
          <a:p>
            <a:pPr>
              <a:defRPr/>
            </a:pPr>
            <a:r>
              <a:rPr lang="en-US"/>
              <a:t>Copyright (c) John K. Ostlund</a:t>
            </a:r>
          </a:p>
        </p:txBody>
      </p:sp>
      <p:cxnSp>
        <p:nvCxnSpPr>
          <p:cNvPr id="7" name="Straight Arrow Connector 6">
            <a:extLst>
              <a:ext uri="{FF2B5EF4-FFF2-40B4-BE49-F238E27FC236}">
                <a16:creationId xmlns:a16="http://schemas.microsoft.com/office/drawing/2014/main" id="{FC054F9D-9431-41C4-9B4B-9400DFF294ED}"/>
              </a:ext>
            </a:extLst>
          </p:cNvPr>
          <p:cNvCxnSpPr>
            <a:cxnSpLocks/>
            <a:endCxn id="12" idx="1"/>
          </p:cNvCxnSpPr>
          <p:nvPr/>
        </p:nvCxnSpPr>
        <p:spPr bwMode="auto">
          <a:xfrm flipV="1">
            <a:off x="7721838" y="5530334"/>
            <a:ext cx="402316" cy="18366"/>
          </a:xfrm>
          <a:prstGeom prst="straightConnector1">
            <a:avLst/>
          </a:prstGeom>
          <a:solidFill>
            <a:schemeClr val="accent1"/>
          </a:solidFill>
          <a:ln w="38100" cap="sq" cmpd="sng" algn="ctr">
            <a:solidFill>
              <a:schemeClr val="tx1"/>
            </a:solidFill>
            <a:prstDash val="sysDot"/>
            <a:round/>
            <a:headEnd type="none" w="sm" len="sm"/>
            <a:tailEnd type="none"/>
          </a:ln>
          <a:effectLst/>
        </p:spPr>
      </p:cxnSp>
      <p:sp>
        <p:nvSpPr>
          <p:cNvPr id="8" name="Rectangle 7">
            <a:extLst>
              <a:ext uri="{FF2B5EF4-FFF2-40B4-BE49-F238E27FC236}">
                <a16:creationId xmlns:a16="http://schemas.microsoft.com/office/drawing/2014/main" id="{F84CB2FE-3D74-4EAD-935B-3E15410C609E}"/>
              </a:ext>
            </a:extLst>
          </p:cNvPr>
          <p:cNvSpPr/>
          <p:nvPr/>
        </p:nvSpPr>
        <p:spPr bwMode="auto">
          <a:xfrm>
            <a:off x="2305050" y="4191000"/>
            <a:ext cx="1207168" cy="838198"/>
          </a:xfrm>
          <a:prstGeom prst="rect">
            <a:avLst/>
          </a:prstGeom>
          <a:noFill/>
          <a:ln w="28575" cap="sq"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Tahoma" pitchFamily="34" charset="0"/>
            </a:endParaRPr>
          </a:p>
        </p:txBody>
      </p:sp>
      <p:sp>
        <p:nvSpPr>
          <p:cNvPr id="9" name="TextBox 8">
            <a:extLst>
              <a:ext uri="{FF2B5EF4-FFF2-40B4-BE49-F238E27FC236}">
                <a16:creationId xmlns:a16="http://schemas.microsoft.com/office/drawing/2014/main" id="{4E32DC85-E750-48B6-A0C3-66AC4718F127}"/>
              </a:ext>
            </a:extLst>
          </p:cNvPr>
          <p:cNvSpPr txBox="1"/>
          <p:nvPr/>
        </p:nvSpPr>
        <p:spPr>
          <a:xfrm>
            <a:off x="2343150" y="4395173"/>
            <a:ext cx="1066800" cy="369332"/>
          </a:xfrm>
          <a:prstGeom prst="rect">
            <a:avLst/>
          </a:prstGeom>
          <a:noFill/>
          <a:ln>
            <a:noFill/>
          </a:ln>
        </p:spPr>
        <p:txBody>
          <a:bodyPr wrap="square" rtlCol="0">
            <a:spAutoFit/>
          </a:bodyPr>
          <a:lstStyle/>
          <a:p>
            <a:pPr algn="ctr"/>
            <a:r>
              <a:rPr lang="en-US" b="1" dirty="0">
                <a:latin typeface="Courier New" panose="02070309020205020404" pitchFamily="49" charset="0"/>
                <a:cs typeface="Courier New" panose="02070309020205020404" pitchFamily="49" charset="0"/>
              </a:rPr>
              <a:t>_first</a:t>
            </a:r>
          </a:p>
        </p:txBody>
      </p:sp>
      <p:cxnSp>
        <p:nvCxnSpPr>
          <p:cNvPr id="10" name="Straight Arrow Connector 9">
            <a:extLst>
              <a:ext uri="{FF2B5EF4-FFF2-40B4-BE49-F238E27FC236}">
                <a16:creationId xmlns:a16="http://schemas.microsoft.com/office/drawing/2014/main" id="{1A4603CB-3B90-4596-B5BC-CABBD7B0C724}"/>
              </a:ext>
            </a:extLst>
          </p:cNvPr>
          <p:cNvCxnSpPr>
            <a:cxnSpLocks/>
            <a:stCxn id="11" idx="3"/>
          </p:cNvCxnSpPr>
          <p:nvPr/>
        </p:nvCxnSpPr>
        <p:spPr bwMode="auto">
          <a:xfrm>
            <a:off x="1828800" y="4558099"/>
            <a:ext cx="438150" cy="0"/>
          </a:xfrm>
          <a:prstGeom prst="straightConnector1">
            <a:avLst/>
          </a:prstGeom>
          <a:solidFill>
            <a:schemeClr val="accent1"/>
          </a:solidFill>
          <a:ln w="38100" cap="sq" cmpd="sng" algn="ctr">
            <a:solidFill>
              <a:schemeClr val="tx1"/>
            </a:solidFill>
            <a:prstDash val="sysDot"/>
            <a:round/>
            <a:headEnd type="none" w="sm" len="sm"/>
            <a:tailEnd type="none"/>
          </a:ln>
          <a:effectLst/>
        </p:spPr>
      </p:cxnSp>
      <p:sp>
        <p:nvSpPr>
          <p:cNvPr id="11" name="TextBox 10">
            <a:extLst>
              <a:ext uri="{FF2B5EF4-FFF2-40B4-BE49-F238E27FC236}">
                <a16:creationId xmlns:a16="http://schemas.microsoft.com/office/drawing/2014/main" id="{AEC2EE02-B42B-4F4D-BD3D-F9DDB036F5A7}"/>
              </a:ext>
            </a:extLst>
          </p:cNvPr>
          <p:cNvSpPr txBox="1"/>
          <p:nvPr/>
        </p:nvSpPr>
        <p:spPr>
          <a:xfrm>
            <a:off x="990600" y="4373433"/>
            <a:ext cx="838200" cy="369332"/>
          </a:xfrm>
          <a:prstGeom prst="rect">
            <a:avLst/>
          </a:prstGeom>
          <a:noFill/>
          <a:ln>
            <a:noFill/>
          </a:ln>
        </p:spPr>
        <p:txBody>
          <a:bodyPr wrap="square" rtlCol="0">
            <a:spAutoFit/>
          </a:bodyPr>
          <a:lstStyle/>
          <a:p>
            <a:pPr algn="ctr"/>
            <a:r>
              <a:rPr lang="en-US" b="1" dirty="0">
                <a:latin typeface="Courier New" panose="02070309020205020404" pitchFamily="49" charset="0"/>
                <a:cs typeface="Courier New" panose="02070309020205020404" pitchFamily="49" charset="0"/>
              </a:rPr>
              <a:t>s1</a:t>
            </a:r>
          </a:p>
        </p:txBody>
      </p:sp>
      <p:sp>
        <p:nvSpPr>
          <p:cNvPr id="12" name="TextBox 11">
            <a:extLst>
              <a:ext uri="{FF2B5EF4-FFF2-40B4-BE49-F238E27FC236}">
                <a16:creationId xmlns:a16="http://schemas.microsoft.com/office/drawing/2014/main" id="{FD48E574-69E1-405A-B201-F79B85AA51D7}"/>
              </a:ext>
            </a:extLst>
          </p:cNvPr>
          <p:cNvSpPr txBox="1"/>
          <p:nvPr/>
        </p:nvSpPr>
        <p:spPr>
          <a:xfrm>
            <a:off x="8124154" y="5345668"/>
            <a:ext cx="838200" cy="369332"/>
          </a:xfrm>
          <a:prstGeom prst="rect">
            <a:avLst/>
          </a:prstGeom>
          <a:noFill/>
          <a:ln>
            <a:noFill/>
          </a:ln>
        </p:spPr>
        <p:txBody>
          <a:bodyPr wrap="square" rtlCol="0">
            <a:spAutoFit/>
          </a:bodyPr>
          <a:lstStyle/>
          <a:p>
            <a:pPr algn="ctr"/>
            <a:r>
              <a:rPr lang="en-US" b="1" dirty="0">
                <a:latin typeface="Courier New" panose="02070309020205020404" pitchFamily="49" charset="0"/>
                <a:cs typeface="Courier New" panose="02070309020205020404" pitchFamily="49" charset="0"/>
              </a:rPr>
              <a:t>None</a:t>
            </a:r>
          </a:p>
        </p:txBody>
      </p:sp>
      <p:cxnSp>
        <p:nvCxnSpPr>
          <p:cNvPr id="13" name="Straight Arrow Connector 12">
            <a:extLst>
              <a:ext uri="{FF2B5EF4-FFF2-40B4-BE49-F238E27FC236}">
                <a16:creationId xmlns:a16="http://schemas.microsoft.com/office/drawing/2014/main" id="{858817CD-C50B-4E8F-81FE-49AC09768845}"/>
              </a:ext>
            </a:extLst>
          </p:cNvPr>
          <p:cNvCxnSpPr>
            <a:cxnSpLocks/>
          </p:cNvCxnSpPr>
          <p:nvPr/>
        </p:nvCxnSpPr>
        <p:spPr bwMode="auto">
          <a:xfrm>
            <a:off x="5470636" y="4556523"/>
            <a:ext cx="418974" cy="0"/>
          </a:xfrm>
          <a:prstGeom prst="straightConnector1">
            <a:avLst/>
          </a:prstGeom>
          <a:solidFill>
            <a:schemeClr val="accent1"/>
          </a:solidFill>
          <a:ln w="38100" cap="sq" cmpd="sng" algn="ctr">
            <a:solidFill>
              <a:schemeClr val="tx1"/>
            </a:solidFill>
            <a:prstDash val="sysDot"/>
            <a:round/>
            <a:headEnd type="none" w="sm" len="sm"/>
            <a:tailEnd type="none"/>
          </a:ln>
          <a:effectLst/>
        </p:spPr>
      </p:cxnSp>
      <p:grpSp>
        <p:nvGrpSpPr>
          <p:cNvPr id="3" name="Group 2">
            <a:extLst>
              <a:ext uri="{FF2B5EF4-FFF2-40B4-BE49-F238E27FC236}">
                <a16:creationId xmlns:a16="http://schemas.microsoft.com/office/drawing/2014/main" id="{FEC0AC7F-D934-43A2-8DBA-8D13D7DF7284}"/>
              </a:ext>
            </a:extLst>
          </p:cNvPr>
          <p:cNvGrpSpPr/>
          <p:nvPr/>
        </p:nvGrpSpPr>
        <p:grpSpPr>
          <a:xfrm>
            <a:off x="5943600" y="4418023"/>
            <a:ext cx="1778238" cy="276999"/>
            <a:chOff x="4220246" y="4419600"/>
            <a:chExt cx="1778238" cy="276999"/>
          </a:xfrm>
        </p:grpSpPr>
        <p:sp>
          <p:nvSpPr>
            <p:cNvPr id="14" name="TextBox 13">
              <a:extLst>
                <a:ext uri="{FF2B5EF4-FFF2-40B4-BE49-F238E27FC236}">
                  <a16:creationId xmlns:a16="http://schemas.microsoft.com/office/drawing/2014/main" id="{4EE413CA-49A1-487F-AD41-C05BFF470B1D}"/>
                </a:ext>
              </a:extLst>
            </p:cNvPr>
            <p:cNvSpPr txBox="1"/>
            <p:nvPr/>
          </p:nvSpPr>
          <p:spPr>
            <a:xfrm>
              <a:off x="4220246" y="4419600"/>
              <a:ext cx="943892" cy="276999"/>
            </a:xfrm>
            <a:prstGeom prst="rect">
              <a:avLst/>
            </a:prstGeom>
            <a:noFill/>
            <a:ln>
              <a:solidFill>
                <a:schemeClr val="tx1"/>
              </a:solidFill>
            </a:ln>
          </p:spPr>
          <p:txBody>
            <a:bodyPr wrap="square" rtlCol="0">
              <a:spAutoFit/>
            </a:bodyPr>
            <a:lstStyle/>
            <a:p>
              <a:pPr algn="ctr"/>
              <a:r>
                <a:rPr lang="en-US" sz="1200" b="1" dirty="0">
                  <a:latin typeface="Courier New" panose="02070309020205020404" pitchFamily="49" charset="0"/>
                  <a:cs typeface="Courier New" panose="02070309020205020404" pitchFamily="49" charset="0"/>
                </a:rPr>
                <a:t>_value</a:t>
              </a:r>
            </a:p>
          </p:txBody>
        </p:sp>
        <p:sp>
          <p:nvSpPr>
            <p:cNvPr id="17" name="TextBox 16">
              <a:extLst>
                <a:ext uri="{FF2B5EF4-FFF2-40B4-BE49-F238E27FC236}">
                  <a16:creationId xmlns:a16="http://schemas.microsoft.com/office/drawing/2014/main" id="{2C62E270-5BCE-4DB3-A69B-B2AB47E4B39E}"/>
                </a:ext>
              </a:extLst>
            </p:cNvPr>
            <p:cNvSpPr txBox="1"/>
            <p:nvPr/>
          </p:nvSpPr>
          <p:spPr>
            <a:xfrm>
              <a:off x="5160284" y="4419600"/>
              <a:ext cx="838200" cy="276999"/>
            </a:xfrm>
            <a:prstGeom prst="rect">
              <a:avLst/>
            </a:prstGeom>
            <a:noFill/>
            <a:ln>
              <a:solidFill>
                <a:schemeClr val="tx1"/>
              </a:solidFill>
            </a:ln>
          </p:spPr>
          <p:txBody>
            <a:bodyPr wrap="square" rtlCol="0">
              <a:spAutoFit/>
            </a:bodyPr>
            <a:lstStyle/>
            <a:p>
              <a:pPr algn="ctr"/>
              <a:r>
                <a:rPr lang="en-US" sz="1200" b="1" dirty="0">
                  <a:latin typeface="Courier New" panose="02070309020205020404" pitchFamily="49" charset="0"/>
                  <a:cs typeface="Courier New" panose="02070309020205020404" pitchFamily="49" charset="0"/>
                </a:rPr>
                <a:t>_next</a:t>
              </a:r>
            </a:p>
          </p:txBody>
        </p:sp>
      </p:grpSp>
      <p:cxnSp>
        <p:nvCxnSpPr>
          <p:cNvPr id="22" name="Straight Arrow Connector 21">
            <a:extLst>
              <a:ext uri="{FF2B5EF4-FFF2-40B4-BE49-F238E27FC236}">
                <a16:creationId xmlns:a16="http://schemas.microsoft.com/office/drawing/2014/main" id="{F91A27A2-F508-4EEF-AD7E-41C0CD7ADD26}"/>
              </a:ext>
            </a:extLst>
          </p:cNvPr>
          <p:cNvCxnSpPr>
            <a:cxnSpLocks/>
          </p:cNvCxnSpPr>
          <p:nvPr/>
        </p:nvCxnSpPr>
        <p:spPr bwMode="auto">
          <a:xfrm>
            <a:off x="6415546" y="4672717"/>
            <a:ext cx="108408" cy="202506"/>
          </a:xfrm>
          <a:prstGeom prst="straightConnector1">
            <a:avLst/>
          </a:prstGeom>
          <a:solidFill>
            <a:schemeClr val="accent1"/>
          </a:solidFill>
          <a:ln w="38100" cap="sq" cmpd="sng" algn="ctr">
            <a:solidFill>
              <a:schemeClr val="tx1"/>
            </a:solidFill>
            <a:prstDash val="sysDot"/>
            <a:round/>
            <a:headEnd type="none" w="sm" len="sm"/>
            <a:tailEnd type="none"/>
          </a:ln>
          <a:effectLst/>
        </p:spPr>
      </p:cxnSp>
      <p:sp>
        <p:nvSpPr>
          <p:cNvPr id="24" name="TextBox 23">
            <a:extLst>
              <a:ext uri="{FF2B5EF4-FFF2-40B4-BE49-F238E27FC236}">
                <a16:creationId xmlns:a16="http://schemas.microsoft.com/office/drawing/2014/main" id="{29CA2D9D-1F99-482E-BE2D-BB0D8A273B7F}"/>
              </a:ext>
            </a:extLst>
          </p:cNvPr>
          <p:cNvSpPr txBox="1"/>
          <p:nvPr/>
        </p:nvSpPr>
        <p:spPr>
          <a:xfrm>
            <a:off x="6219154" y="4828272"/>
            <a:ext cx="838200" cy="369332"/>
          </a:xfrm>
          <a:prstGeom prst="rect">
            <a:avLst/>
          </a:prstGeom>
          <a:noFill/>
          <a:ln>
            <a:noFill/>
          </a:ln>
        </p:spPr>
        <p:txBody>
          <a:bodyPr wrap="square" rtlCol="0">
            <a:spAutoFit/>
          </a:bodyPr>
          <a:lstStyle/>
          <a:p>
            <a:pPr algn="ctr"/>
            <a:r>
              <a:rPr lang="en-US" b="1" dirty="0">
                <a:latin typeface="Courier New" panose="02070309020205020404" pitchFamily="49" charset="0"/>
                <a:cs typeface="Courier New" panose="02070309020205020404" pitchFamily="49" charset="0"/>
              </a:rPr>
              <a:t>12</a:t>
            </a:r>
          </a:p>
        </p:txBody>
      </p:sp>
      <p:cxnSp>
        <p:nvCxnSpPr>
          <p:cNvPr id="26" name="Straight Arrow Connector 25">
            <a:extLst>
              <a:ext uri="{FF2B5EF4-FFF2-40B4-BE49-F238E27FC236}">
                <a16:creationId xmlns:a16="http://schemas.microsoft.com/office/drawing/2014/main" id="{FFE4D22D-96F8-4392-9165-788DD6DA80E1}"/>
              </a:ext>
            </a:extLst>
          </p:cNvPr>
          <p:cNvCxnSpPr>
            <a:cxnSpLocks/>
          </p:cNvCxnSpPr>
          <p:nvPr/>
        </p:nvCxnSpPr>
        <p:spPr bwMode="auto">
          <a:xfrm>
            <a:off x="3399506" y="4556523"/>
            <a:ext cx="407066" cy="1576"/>
          </a:xfrm>
          <a:prstGeom prst="straightConnector1">
            <a:avLst/>
          </a:prstGeom>
          <a:solidFill>
            <a:schemeClr val="accent1"/>
          </a:solidFill>
          <a:ln w="38100" cap="sq" cmpd="sng" algn="ctr">
            <a:solidFill>
              <a:schemeClr val="tx1"/>
            </a:solidFill>
            <a:prstDash val="sysDot"/>
            <a:round/>
            <a:headEnd type="none" w="sm" len="sm"/>
            <a:tailEnd type="none"/>
          </a:ln>
          <a:effectLst/>
        </p:spPr>
      </p:cxnSp>
      <p:grpSp>
        <p:nvGrpSpPr>
          <p:cNvPr id="27" name="Group 26">
            <a:extLst>
              <a:ext uri="{FF2B5EF4-FFF2-40B4-BE49-F238E27FC236}">
                <a16:creationId xmlns:a16="http://schemas.microsoft.com/office/drawing/2014/main" id="{F7AF8BC6-6D4B-47A3-ABD9-A8ED7DB6EDDC}"/>
              </a:ext>
            </a:extLst>
          </p:cNvPr>
          <p:cNvGrpSpPr/>
          <p:nvPr/>
        </p:nvGrpSpPr>
        <p:grpSpPr>
          <a:xfrm>
            <a:off x="3835818" y="4419600"/>
            <a:ext cx="1778238" cy="276999"/>
            <a:chOff x="4220246" y="4419600"/>
            <a:chExt cx="1778238" cy="276999"/>
          </a:xfrm>
        </p:grpSpPr>
        <p:sp>
          <p:nvSpPr>
            <p:cNvPr id="28" name="TextBox 27">
              <a:extLst>
                <a:ext uri="{FF2B5EF4-FFF2-40B4-BE49-F238E27FC236}">
                  <a16:creationId xmlns:a16="http://schemas.microsoft.com/office/drawing/2014/main" id="{4CA3590A-EE27-4208-80B3-BFB2E7815655}"/>
                </a:ext>
              </a:extLst>
            </p:cNvPr>
            <p:cNvSpPr txBox="1"/>
            <p:nvPr/>
          </p:nvSpPr>
          <p:spPr>
            <a:xfrm>
              <a:off x="4220246" y="4419600"/>
              <a:ext cx="943892" cy="276999"/>
            </a:xfrm>
            <a:prstGeom prst="rect">
              <a:avLst/>
            </a:prstGeom>
            <a:noFill/>
            <a:ln>
              <a:solidFill>
                <a:schemeClr val="tx1"/>
              </a:solidFill>
            </a:ln>
          </p:spPr>
          <p:txBody>
            <a:bodyPr wrap="square" rtlCol="0">
              <a:spAutoFit/>
            </a:bodyPr>
            <a:lstStyle/>
            <a:p>
              <a:pPr algn="ctr"/>
              <a:r>
                <a:rPr lang="en-US" sz="1200" b="1" dirty="0">
                  <a:latin typeface="Courier New" panose="02070309020205020404" pitchFamily="49" charset="0"/>
                  <a:cs typeface="Courier New" panose="02070309020205020404" pitchFamily="49" charset="0"/>
                </a:rPr>
                <a:t>_value</a:t>
              </a:r>
            </a:p>
          </p:txBody>
        </p:sp>
        <p:sp>
          <p:nvSpPr>
            <p:cNvPr id="29" name="TextBox 28">
              <a:extLst>
                <a:ext uri="{FF2B5EF4-FFF2-40B4-BE49-F238E27FC236}">
                  <a16:creationId xmlns:a16="http://schemas.microsoft.com/office/drawing/2014/main" id="{B5FE16B3-8524-4E5A-AB84-61E5915D28A9}"/>
                </a:ext>
              </a:extLst>
            </p:cNvPr>
            <p:cNvSpPr txBox="1"/>
            <p:nvPr/>
          </p:nvSpPr>
          <p:spPr>
            <a:xfrm>
              <a:off x="5160284" y="4419600"/>
              <a:ext cx="838200" cy="276999"/>
            </a:xfrm>
            <a:prstGeom prst="rect">
              <a:avLst/>
            </a:prstGeom>
            <a:noFill/>
            <a:ln>
              <a:solidFill>
                <a:schemeClr val="tx1"/>
              </a:solidFill>
            </a:ln>
          </p:spPr>
          <p:txBody>
            <a:bodyPr wrap="square" rtlCol="0">
              <a:spAutoFit/>
            </a:bodyPr>
            <a:lstStyle/>
            <a:p>
              <a:pPr algn="ctr"/>
              <a:r>
                <a:rPr lang="en-US" sz="1200" b="1" dirty="0">
                  <a:latin typeface="Courier New" panose="02070309020205020404" pitchFamily="49" charset="0"/>
                  <a:cs typeface="Courier New" panose="02070309020205020404" pitchFamily="49" charset="0"/>
                </a:rPr>
                <a:t>_next</a:t>
              </a:r>
            </a:p>
          </p:txBody>
        </p:sp>
      </p:grpSp>
      <p:cxnSp>
        <p:nvCxnSpPr>
          <p:cNvPr id="30" name="Straight Arrow Connector 29">
            <a:extLst>
              <a:ext uri="{FF2B5EF4-FFF2-40B4-BE49-F238E27FC236}">
                <a16:creationId xmlns:a16="http://schemas.microsoft.com/office/drawing/2014/main" id="{7441F1A5-60D4-4F38-94EF-1F1DEC018BE2}"/>
              </a:ext>
            </a:extLst>
          </p:cNvPr>
          <p:cNvCxnSpPr>
            <a:cxnSpLocks/>
          </p:cNvCxnSpPr>
          <p:nvPr/>
        </p:nvCxnSpPr>
        <p:spPr bwMode="auto">
          <a:xfrm>
            <a:off x="4307764" y="4674294"/>
            <a:ext cx="108408" cy="202506"/>
          </a:xfrm>
          <a:prstGeom prst="straightConnector1">
            <a:avLst/>
          </a:prstGeom>
          <a:solidFill>
            <a:schemeClr val="accent1"/>
          </a:solidFill>
          <a:ln w="38100" cap="sq" cmpd="sng" algn="ctr">
            <a:solidFill>
              <a:schemeClr val="tx1"/>
            </a:solidFill>
            <a:prstDash val="sysDot"/>
            <a:round/>
            <a:headEnd type="none" w="sm" len="sm"/>
            <a:tailEnd type="none"/>
          </a:ln>
          <a:effectLst/>
        </p:spPr>
      </p:cxnSp>
      <p:sp>
        <p:nvSpPr>
          <p:cNvPr id="31" name="TextBox 30">
            <a:extLst>
              <a:ext uri="{FF2B5EF4-FFF2-40B4-BE49-F238E27FC236}">
                <a16:creationId xmlns:a16="http://schemas.microsoft.com/office/drawing/2014/main" id="{243CFA20-C9B3-494B-9761-04B9EE989F9E}"/>
              </a:ext>
            </a:extLst>
          </p:cNvPr>
          <p:cNvSpPr txBox="1"/>
          <p:nvPr/>
        </p:nvSpPr>
        <p:spPr>
          <a:xfrm>
            <a:off x="4111372" y="4829849"/>
            <a:ext cx="838200" cy="369332"/>
          </a:xfrm>
          <a:prstGeom prst="rect">
            <a:avLst/>
          </a:prstGeom>
          <a:noFill/>
          <a:ln>
            <a:noFill/>
          </a:ln>
        </p:spPr>
        <p:txBody>
          <a:bodyPr wrap="square" rtlCol="0">
            <a:spAutoFit/>
          </a:bodyPr>
          <a:lstStyle/>
          <a:p>
            <a:pPr algn="ctr"/>
            <a:r>
              <a:rPr lang="en-US" b="1" dirty="0">
                <a:latin typeface="Courier New" panose="02070309020205020404" pitchFamily="49" charset="0"/>
                <a:cs typeface="Courier New" panose="02070309020205020404" pitchFamily="49" charset="0"/>
              </a:rPr>
              <a:t>'hi'</a:t>
            </a:r>
          </a:p>
        </p:txBody>
      </p:sp>
      <p:cxnSp>
        <p:nvCxnSpPr>
          <p:cNvPr id="32" name="Straight Arrow Connector 31">
            <a:extLst>
              <a:ext uri="{FF2B5EF4-FFF2-40B4-BE49-F238E27FC236}">
                <a16:creationId xmlns:a16="http://schemas.microsoft.com/office/drawing/2014/main" id="{8F1F0018-6AD8-4CEC-8D2A-F99F2EF1F350}"/>
              </a:ext>
            </a:extLst>
          </p:cNvPr>
          <p:cNvCxnSpPr>
            <a:cxnSpLocks/>
          </p:cNvCxnSpPr>
          <p:nvPr/>
        </p:nvCxnSpPr>
        <p:spPr bwMode="auto">
          <a:xfrm>
            <a:off x="5521198" y="5529542"/>
            <a:ext cx="418974" cy="0"/>
          </a:xfrm>
          <a:prstGeom prst="straightConnector1">
            <a:avLst/>
          </a:prstGeom>
          <a:solidFill>
            <a:schemeClr val="accent1"/>
          </a:solidFill>
          <a:ln w="38100" cap="sq" cmpd="sng" algn="ctr">
            <a:solidFill>
              <a:srgbClr val="00B050"/>
            </a:solidFill>
            <a:prstDash val="sysDot"/>
            <a:round/>
            <a:headEnd type="none" w="sm" len="sm"/>
            <a:tailEnd type="none"/>
          </a:ln>
          <a:effectLst/>
        </p:spPr>
      </p:cxnSp>
      <p:grpSp>
        <p:nvGrpSpPr>
          <p:cNvPr id="33" name="Group 32">
            <a:extLst>
              <a:ext uri="{FF2B5EF4-FFF2-40B4-BE49-F238E27FC236}">
                <a16:creationId xmlns:a16="http://schemas.microsoft.com/office/drawing/2014/main" id="{5493D88D-EE31-49E4-9D6B-A1501DF8BE02}"/>
              </a:ext>
            </a:extLst>
          </p:cNvPr>
          <p:cNvGrpSpPr/>
          <p:nvPr/>
        </p:nvGrpSpPr>
        <p:grpSpPr>
          <a:xfrm>
            <a:off x="5994162" y="5391042"/>
            <a:ext cx="1778238" cy="276999"/>
            <a:chOff x="4220246" y="4419600"/>
            <a:chExt cx="1778238" cy="276999"/>
          </a:xfrm>
        </p:grpSpPr>
        <p:sp>
          <p:nvSpPr>
            <p:cNvPr id="34" name="TextBox 33">
              <a:extLst>
                <a:ext uri="{FF2B5EF4-FFF2-40B4-BE49-F238E27FC236}">
                  <a16:creationId xmlns:a16="http://schemas.microsoft.com/office/drawing/2014/main" id="{86C60AA7-6DA8-4C98-AA17-809EC387A3CE}"/>
                </a:ext>
              </a:extLst>
            </p:cNvPr>
            <p:cNvSpPr txBox="1"/>
            <p:nvPr/>
          </p:nvSpPr>
          <p:spPr>
            <a:xfrm>
              <a:off x="4220246" y="4419600"/>
              <a:ext cx="943892" cy="276999"/>
            </a:xfrm>
            <a:prstGeom prst="rect">
              <a:avLst/>
            </a:prstGeom>
            <a:noFill/>
            <a:ln>
              <a:solidFill>
                <a:srgbClr val="00B050"/>
              </a:solidFill>
            </a:ln>
          </p:spPr>
          <p:txBody>
            <a:bodyPr wrap="square" rtlCol="0">
              <a:spAutoFit/>
            </a:bodyPr>
            <a:lstStyle/>
            <a:p>
              <a:pPr algn="ctr"/>
              <a:r>
                <a:rPr lang="en-US" sz="1200" b="1" dirty="0">
                  <a:latin typeface="Courier New" panose="02070309020205020404" pitchFamily="49" charset="0"/>
                  <a:cs typeface="Courier New" panose="02070309020205020404" pitchFamily="49" charset="0"/>
                </a:rPr>
                <a:t>_value</a:t>
              </a:r>
            </a:p>
          </p:txBody>
        </p:sp>
        <p:sp>
          <p:nvSpPr>
            <p:cNvPr id="35" name="TextBox 34">
              <a:extLst>
                <a:ext uri="{FF2B5EF4-FFF2-40B4-BE49-F238E27FC236}">
                  <a16:creationId xmlns:a16="http://schemas.microsoft.com/office/drawing/2014/main" id="{787755BD-2712-463C-BF56-C897FAE8B509}"/>
                </a:ext>
              </a:extLst>
            </p:cNvPr>
            <p:cNvSpPr txBox="1"/>
            <p:nvPr/>
          </p:nvSpPr>
          <p:spPr>
            <a:xfrm>
              <a:off x="5160284" y="4419600"/>
              <a:ext cx="838200" cy="276999"/>
            </a:xfrm>
            <a:prstGeom prst="rect">
              <a:avLst/>
            </a:prstGeom>
            <a:noFill/>
            <a:ln>
              <a:solidFill>
                <a:srgbClr val="00B050"/>
              </a:solidFill>
            </a:ln>
          </p:spPr>
          <p:txBody>
            <a:bodyPr wrap="square" rtlCol="0">
              <a:spAutoFit/>
            </a:bodyPr>
            <a:lstStyle/>
            <a:p>
              <a:pPr algn="ctr"/>
              <a:r>
                <a:rPr lang="en-US" sz="1200" b="1" dirty="0">
                  <a:latin typeface="Courier New" panose="02070309020205020404" pitchFamily="49" charset="0"/>
                  <a:cs typeface="Courier New" panose="02070309020205020404" pitchFamily="49" charset="0"/>
                </a:rPr>
                <a:t>_next</a:t>
              </a:r>
            </a:p>
          </p:txBody>
        </p:sp>
      </p:grpSp>
      <p:cxnSp>
        <p:nvCxnSpPr>
          <p:cNvPr id="36" name="Straight Arrow Connector 35">
            <a:extLst>
              <a:ext uri="{FF2B5EF4-FFF2-40B4-BE49-F238E27FC236}">
                <a16:creationId xmlns:a16="http://schemas.microsoft.com/office/drawing/2014/main" id="{4C572037-9828-4EB1-B42C-91BCF7D00AD5}"/>
              </a:ext>
            </a:extLst>
          </p:cNvPr>
          <p:cNvCxnSpPr>
            <a:cxnSpLocks/>
          </p:cNvCxnSpPr>
          <p:nvPr/>
        </p:nvCxnSpPr>
        <p:spPr bwMode="auto">
          <a:xfrm>
            <a:off x="6466108" y="5645736"/>
            <a:ext cx="108408" cy="202506"/>
          </a:xfrm>
          <a:prstGeom prst="straightConnector1">
            <a:avLst/>
          </a:prstGeom>
          <a:solidFill>
            <a:schemeClr val="accent1"/>
          </a:solidFill>
          <a:ln w="38100" cap="sq" cmpd="sng" algn="ctr">
            <a:solidFill>
              <a:srgbClr val="00B050"/>
            </a:solidFill>
            <a:prstDash val="sysDot"/>
            <a:round/>
            <a:headEnd type="none" w="sm" len="sm"/>
            <a:tailEnd type="none"/>
          </a:ln>
          <a:effectLst/>
        </p:spPr>
      </p:cxnSp>
      <p:sp>
        <p:nvSpPr>
          <p:cNvPr id="37" name="TextBox 36">
            <a:extLst>
              <a:ext uri="{FF2B5EF4-FFF2-40B4-BE49-F238E27FC236}">
                <a16:creationId xmlns:a16="http://schemas.microsoft.com/office/drawing/2014/main" id="{60F91C2F-6D9F-4802-BA5A-C9E494753ECF}"/>
              </a:ext>
            </a:extLst>
          </p:cNvPr>
          <p:cNvSpPr txBox="1"/>
          <p:nvPr/>
        </p:nvSpPr>
        <p:spPr>
          <a:xfrm>
            <a:off x="6269716" y="5801291"/>
            <a:ext cx="838200" cy="369332"/>
          </a:xfrm>
          <a:prstGeom prst="rect">
            <a:avLst/>
          </a:prstGeom>
          <a:noFill/>
          <a:ln>
            <a:noFill/>
          </a:ln>
        </p:spPr>
        <p:txBody>
          <a:bodyPr wrap="square" rtlCol="0">
            <a:spAutoFit/>
          </a:bodyPr>
          <a:lstStyle/>
          <a:p>
            <a:pPr algn="ctr"/>
            <a:r>
              <a:rPr lang="en-US" b="1" dirty="0">
                <a:solidFill>
                  <a:srgbClr val="00B050"/>
                </a:solidFill>
                <a:latin typeface="Courier New" panose="02070309020205020404" pitchFamily="49" charset="0"/>
                <a:cs typeface="Courier New" panose="02070309020205020404" pitchFamily="49" charset="0"/>
              </a:rPr>
              <a:t>True</a:t>
            </a:r>
          </a:p>
        </p:txBody>
      </p:sp>
      <p:grpSp>
        <p:nvGrpSpPr>
          <p:cNvPr id="38" name="Group 37">
            <a:extLst>
              <a:ext uri="{FF2B5EF4-FFF2-40B4-BE49-F238E27FC236}">
                <a16:creationId xmlns:a16="http://schemas.microsoft.com/office/drawing/2014/main" id="{F21EEC38-57D8-4113-ABF5-E0CCDC6B8DFA}"/>
              </a:ext>
            </a:extLst>
          </p:cNvPr>
          <p:cNvGrpSpPr/>
          <p:nvPr/>
        </p:nvGrpSpPr>
        <p:grpSpPr>
          <a:xfrm>
            <a:off x="3886380" y="5392619"/>
            <a:ext cx="1778238" cy="276999"/>
            <a:chOff x="4220246" y="4419600"/>
            <a:chExt cx="1778238" cy="276999"/>
          </a:xfrm>
        </p:grpSpPr>
        <p:sp>
          <p:nvSpPr>
            <p:cNvPr id="39" name="TextBox 38">
              <a:extLst>
                <a:ext uri="{FF2B5EF4-FFF2-40B4-BE49-F238E27FC236}">
                  <a16:creationId xmlns:a16="http://schemas.microsoft.com/office/drawing/2014/main" id="{D7B3B0A3-4649-4728-8A3E-283DD49A3230}"/>
                </a:ext>
              </a:extLst>
            </p:cNvPr>
            <p:cNvSpPr txBox="1"/>
            <p:nvPr/>
          </p:nvSpPr>
          <p:spPr>
            <a:xfrm>
              <a:off x="4220246" y="4419600"/>
              <a:ext cx="943892" cy="276999"/>
            </a:xfrm>
            <a:prstGeom prst="rect">
              <a:avLst/>
            </a:prstGeom>
            <a:noFill/>
            <a:ln>
              <a:solidFill>
                <a:srgbClr val="FF0000"/>
              </a:solidFill>
            </a:ln>
          </p:spPr>
          <p:txBody>
            <a:bodyPr wrap="square" rtlCol="0">
              <a:spAutoFit/>
            </a:bodyPr>
            <a:lstStyle/>
            <a:p>
              <a:pPr algn="ctr"/>
              <a:r>
                <a:rPr lang="en-US" sz="1200" b="1" dirty="0">
                  <a:latin typeface="Courier New" panose="02070309020205020404" pitchFamily="49" charset="0"/>
                  <a:cs typeface="Courier New" panose="02070309020205020404" pitchFamily="49" charset="0"/>
                </a:rPr>
                <a:t>_value</a:t>
              </a:r>
            </a:p>
          </p:txBody>
        </p:sp>
        <p:sp>
          <p:nvSpPr>
            <p:cNvPr id="40" name="TextBox 39">
              <a:extLst>
                <a:ext uri="{FF2B5EF4-FFF2-40B4-BE49-F238E27FC236}">
                  <a16:creationId xmlns:a16="http://schemas.microsoft.com/office/drawing/2014/main" id="{33F62E80-486D-431D-90DE-3AEF69574832}"/>
                </a:ext>
              </a:extLst>
            </p:cNvPr>
            <p:cNvSpPr txBox="1"/>
            <p:nvPr/>
          </p:nvSpPr>
          <p:spPr>
            <a:xfrm>
              <a:off x="5160284" y="4419600"/>
              <a:ext cx="838200" cy="276999"/>
            </a:xfrm>
            <a:prstGeom prst="rect">
              <a:avLst/>
            </a:prstGeom>
            <a:noFill/>
            <a:ln>
              <a:solidFill>
                <a:srgbClr val="FF0000"/>
              </a:solidFill>
            </a:ln>
          </p:spPr>
          <p:txBody>
            <a:bodyPr wrap="square" rtlCol="0">
              <a:spAutoFit/>
            </a:bodyPr>
            <a:lstStyle/>
            <a:p>
              <a:pPr algn="ctr"/>
              <a:r>
                <a:rPr lang="en-US" sz="1200" b="1" dirty="0">
                  <a:latin typeface="Courier New" panose="02070309020205020404" pitchFamily="49" charset="0"/>
                  <a:cs typeface="Courier New" panose="02070309020205020404" pitchFamily="49" charset="0"/>
                </a:rPr>
                <a:t>_next</a:t>
              </a:r>
            </a:p>
          </p:txBody>
        </p:sp>
      </p:grpSp>
      <p:cxnSp>
        <p:nvCxnSpPr>
          <p:cNvPr id="41" name="Straight Arrow Connector 40">
            <a:extLst>
              <a:ext uri="{FF2B5EF4-FFF2-40B4-BE49-F238E27FC236}">
                <a16:creationId xmlns:a16="http://schemas.microsoft.com/office/drawing/2014/main" id="{74F286B2-6843-4859-B64E-3904F04834AB}"/>
              </a:ext>
            </a:extLst>
          </p:cNvPr>
          <p:cNvCxnSpPr>
            <a:cxnSpLocks/>
          </p:cNvCxnSpPr>
          <p:nvPr/>
        </p:nvCxnSpPr>
        <p:spPr bwMode="auto">
          <a:xfrm>
            <a:off x="4358326" y="5647313"/>
            <a:ext cx="108408" cy="202506"/>
          </a:xfrm>
          <a:prstGeom prst="straightConnector1">
            <a:avLst/>
          </a:prstGeom>
          <a:solidFill>
            <a:schemeClr val="accent1"/>
          </a:solidFill>
          <a:ln w="38100" cap="sq" cmpd="sng" algn="ctr">
            <a:solidFill>
              <a:srgbClr val="FF0000"/>
            </a:solidFill>
            <a:prstDash val="sysDot"/>
            <a:round/>
            <a:headEnd type="none" w="sm" len="sm"/>
            <a:tailEnd type="none"/>
          </a:ln>
          <a:effectLst/>
        </p:spPr>
      </p:cxnSp>
      <p:sp>
        <p:nvSpPr>
          <p:cNvPr id="42" name="TextBox 41">
            <a:extLst>
              <a:ext uri="{FF2B5EF4-FFF2-40B4-BE49-F238E27FC236}">
                <a16:creationId xmlns:a16="http://schemas.microsoft.com/office/drawing/2014/main" id="{77504D04-4EEE-47FE-84F9-A4F90C586DC0}"/>
              </a:ext>
            </a:extLst>
          </p:cNvPr>
          <p:cNvSpPr txBox="1"/>
          <p:nvPr/>
        </p:nvSpPr>
        <p:spPr>
          <a:xfrm>
            <a:off x="4161934" y="5802868"/>
            <a:ext cx="838200" cy="369332"/>
          </a:xfrm>
          <a:prstGeom prst="rect">
            <a:avLst/>
          </a:prstGeom>
          <a:noFill/>
          <a:ln>
            <a:noFill/>
          </a:ln>
        </p:spPr>
        <p:txBody>
          <a:bodyPr wrap="square" rtlCol="0">
            <a:spAutoFit/>
          </a:bodyPr>
          <a:lstStyle/>
          <a:p>
            <a:pPr algn="ctr"/>
            <a:r>
              <a:rPr lang="en-US" b="1" dirty="0">
                <a:solidFill>
                  <a:srgbClr val="FF0000"/>
                </a:solidFill>
                <a:latin typeface="Courier New" panose="02070309020205020404" pitchFamily="49" charset="0"/>
                <a:cs typeface="Courier New" panose="02070309020205020404" pitchFamily="49" charset="0"/>
              </a:rPr>
              <a:t>3.5</a:t>
            </a:r>
          </a:p>
        </p:txBody>
      </p:sp>
      <p:sp>
        <p:nvSpPr>
          <p:cNvPr id="18" name="Freeform: Shape 17">
            <a:extLst>
              <a:ext uri="{FF2B5EF4-FFF2-40B4-BE49-F238E27FC236}">
                <a16:creationId xmlns:a16="http://schemas.microsoft.com/office/drawing/2014/main" id="{DCB1E234-56A9-4BE1-9DC4-0BD3BB7E7457}"/>
              </a:ext>
            </a:extLst>
          </p:cNvPr>
          <p:cNvSpPr/>
          <p:nvPr/>
        </p:nvSpPr>
        <p:spPr bwMode="auto">
          <a:xfrm>
            <a:off x="3208869" y="4543817"/>
            <a:ext cx="4669879" cy="970981"/>
          </a:xfrm>
          <a:custGeom>
            <a:avLst/>
            <a:gdLst>
              <a:gd name="connsiteX0" fmla="*/ 4384627 w 4669879"/>
              <a:gd name="connsiteY0" fmla="*/ 5465 h 970981"/>
              <a:gd name="connsiteX1" fmla="*/ 4549332 w 4669879"/>
              <a:gd name="connsiteY1" fmla="*/ 5465 h 970981"/>
              <a:gd name="connsiteX2" fmla="*/ 4645884 w 4669879"/>
              <a:gd name="connsiteY2" fmla="*/ 62260 h 970981"/>
              <a:gd name="connsiteX3" fmla="*/ 4668602 w 4669879"/>
              <a:gd name="connsiteY3" fmla="*/ 238325 h 970981"/>
              <a:gd name="connsiteX4" fmla="*/ 4662922 w 4669879"/>
              <a:gd name="connsiteY4" fmla="*/ 391671 h 970981"/>
              <a:gd name="connsiteX5" fmla="*/ 4628845 w 4669879"/>
              <a:gd name="connsiteY5" fmla="*/ 499582 h 970981"/>
              <a:gd name="connsiteX6" fmla="*/ 4572050 w 4669879"/>
              <a:gd name="connsiteY6" fmla="*/ 562056 h 970981"/>
              <a:gd name="connsiteX7" fmla="*/ 4475499 w 4669879"/>
              <a:gd name="connsiteY7" fmla="*/ 618851 h 970981"/>
              <a:gd name="connsiteX8" fmla="*/ 4276716 w 4669879"/>
              <a:gd name="connsiteY8" fmla="*/ 652928 h 970981"/>
              <a:gd name="connsiteX9" fmla="*/ 3839394 w 4669879"/>
              <a:gd name="connsiteY9" fmla="*/ 664287 h 970981"/>
              <a:gd name="connsiteX10" fmla="*/ 675911 w 4669879"/>
              <a:gd name="connsiteY10" fmla="*/ 658608 h 970981"/>
              <a:gd name="connsiteX11" fmla="*/ 50 w 4669879"/>
              <a:gd name="connsiteY11" fmla="*/ 806275 h 970981"/>
              <a:gd name="connsiteX12" fmla="*/ 647514 w 4669879"/>
              <a:gd name="connsiteY12" fmla="*/ 970981 h 970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669879" h="970981">
                <a:moveTo>
                  <a:pt x="4384627" y="5465"/>
                </a:moveTo>
                <a:cubicBezTo>
                  <a:pt x="4445208" y="732"/>
                  <a:pt x="4505789" y="-4001"/>
                  <a:pt x="4549332" y="5465"/>
                </a:cubicBezTo>
                <a:cubicBezTo>
                  <a:pt x="4592875" y="14931"/>
                  <a:pt x="4626006" y="23450"/>
                  <a:pt x="4645884" y="62260"/>
                </a:cubicBezTo>
                <a:cubicBezTo>
                  <a:pt x="4665762" y="101070"/>
                  <a:pt x="4665762" y="183423"/>
                  <a:pt x="4668602" y="238325"/>
                </a:cubicBezTo>
                <a:cubicBezTo>
                  <a:pt x="4671442" y="293227"/>
                  <a:pt x="4669548" y="348128"/>
                  <a:pt x="4662922" y="391671"/>
                </a:cubicBezTo>
                <a:cubicBezTo>
                  <a:pt x="4656296" y="435214"/>
                  <a:pt x="4643990" y="471185"/>
                  <a:pt x="4628845" y="499582"/>
                </a:cubicBezTo>
                <a:cubicBezTo>
                  <a:pt x="4613700" y="527979"/>
                  <a:pt x="4597608" y="542178"/>
                  <a:pt x="4572050" y="562056"/>
                </a:cubicBezTo>
                <a:cubicBezTo>
                  <a:pt x="4546492" y="581934"/>
                  <a:pt x="4524721" y="603706"/>
                  <a:pt x="4475499" y="618851"/>
                </a:cubicBezTo>
                <a:cubicBezTo>
                  <a:pt x="4426277" y="633996"/>
                  <a:pt x="4382733" y="645355"/>
                  <a:pt x="4276716" y="652928"/>
                </a:cubicBezTo>
                <a:cubicBezTo>
                  <a:pt x="4170698" y="660501"/>
                  <a:pt x="3839394" y="664287"/>
                  <a:pt x="3839394" y="664287"/>
                </a:cubicBezTo>
                <a:lnTo>
                  <a:pt x="675911" y="658608"/>
                </a:lnTo>
                <a:cubicBezTo>
                  <a:pt x="36020" y="682273"/>
                  <a:pt x="4783" y="754213"/>
                  <a:pt x="50" y="806275"/>
                </a:cubicBezTo>
                <a:cubicBezTo>
                  <a:pt x="-4683" y="858337"/>
                  <a:pt x="321415" y="914659"/>
                  <a:pt x="647514" y="970981"/>
                </a:cubicBezTo>
              </a:path>
            </a:pathLst>
          </a:custGeom>
          <a:noFill/>
          <a:ln w="38100" cap="sq" cmpd="sng" algn="ctr">
            <a:solidFill>
              <a:srgbClr val="FF0000"/>
            </a:solidFill>
            <a:prstDash val="sysDot"/>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Tahoma" pitchFamily="34" charset="0"/>
            </a:endParaRPr>
          </a:p>
        </p:txBody>
      </p:sp>
    </p:spTree>
    <p:extLst>
      <p:ext uri="{BB962C8B-B14F-4D97-AF65-F5344CB8AC3E}">
        <p14:creationId xmlns:p14="http://schemas.microsoft.com/office/powerpoint/2010/main" val="17758370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pPr eaLnBrk="1" hangingPunct="1"/>
            <a:r>
              <a:rPr lang="en-US" altLang="en-US" dirty="0"/>
              <a:t>Singly Linked List Operations and Performance</a:t>
            </a:r>
          </a:p>
        </p:txBody>
      </p:sp>
      <p:sp>
        <p:nvSpPr>
          <p:cNvPr id="43011" name="Rectangle 3"/>
          <p:cNvSpPr>
            <a:spLocks noGrp="1" noChangeArrowheads="1"/>
          </p:cNvSpPr>
          <p:nvPr>
            <p:ph type="body" idx="1"/>
          </p:nvPr>
        </p:nvSpPr>
        <p:spPr/>
        <p:txBody>
          <a:bodyPr/>
          <a:lstStyle/>
          <a:p>
            <a:pPr eaLnBrk="1" hangingPunct="1"/>
            <a:r>
              <a:rPr lang="en-US" altLang="en-US" sz="2800" dirty="0"/>
              <a:t>Other possible operations/methods:</a:t>
            </a:r>
            <a:endParaRPr lang="en-US" altLang="en-US" sz="2800" i="1" dirty="0"/>
          </a:p>
          <a:p>
            <a:pPr lvl="1" eaLnBrk="1" hangingPunct="1"/>
            <a:r>
              <a:rPr lang="en-US" altLang="en-US" sz="2400" dirty="0"/>
              <a:t>count(</a:t>
            </a:r>
            <a:r>
              <a:rPr lang="en-US" altLang="en-US" sz="2400" i="1" dirty="0" err="1"/>
              <a:t>val</a:t>
            </a:r>
            <a:r>
              <a:rPr lang="en-US" altLang="en-US" sz="2400" dirty="0"/>
              <a:t>), delete(</a:t>
            </a:r>
            <a:r>
              <a:rPr lang="en-US" altLang="en-US" sz="2400" i="1" dirty="0" err="1"/>
              <a:t>val</a:t>
            </a:r>
            <a:r>
              <a:rPr lang="en-US" altLang="en-US" sz="2400" dirty="0"/>
              <a:t>), reverse(), </a:t>
            </a:r>
            <a:r>
              <a:rPr lang="en-US" altLang="en-US" sz="2400" dirty="0" err="1"/>
              <a:t>sublist</a:t>
            </a:r>
            <a:r>
              <a:rPr lang="en-US" altLang="en-US" sz="2400" dirty="0"/>
              <a:t>(</a:t>
            </a:r>
            <a:r>
              <a:rPr lang="en-US" altLang="en-US" sz="2400" i="1" dirty="0" err="1"/>
              <a:t>beg</a:t>
            </a:r>
            <a:r>
              <a:rPr lang="en-US" altLang="en-US" sz="2400" dirty="0" err="1"/>
              <a:t>,</a:t>
            </a:r>
            <a:r>
              <a:rPr lang="en-US" altLang="en-US" sz="2400" i="1" dirty="0" err="1"/>
              <a:t>end</a:t>
            </a:r>
            <a:r>
              <a:rPr lang="en-US" altLang="en-US" sz="2400" dirty="0"/>
              <a:t>), pop(), contains(</a:t>
            </a:r>
            <a:r>
              <a:rPr lang="en-US" altLang="en-US" sz="2400" i="1" dirty="0" err="1"/>
              <a:t>val</a:t>
            </a:r>
            <a:r>
              <a:rPr lang="en-US" altLang="en-US" sz="2400" dirty="0"/>
              <a:t>) …</a:t>
            </a:r>
          </a:p>
          <a:p>
            <a:pPr lvl="1" eaLnBrk="1" hangingPunct="1"/>
            <a:r>
              <a:rPr lang="en-US" altLang="en-US" sz="2400" dirty="0"/>
              <a:t>min(), max(), sum(), …</a:t>
            </a:r>
          </a:p>
          <a:p>
            <a:pPr lvl="2" eaLnBrk="1" hangingPunct="1"/>
            <a:r>
              <a:rPr lang="en-US" altLang="en-US" sz="2000" dirty="0"/>
              <a:t>Require all values to be numeric</a:t>
            </a:r>
          </a:p>
          <a:p>
            <a:pPr eaLnBrk="1" hangingPunct="1"/>
            <a:r>
              <a:rPr lang="en-US" altLang="en-US" sz="2800" dirty="0"/>
              <a:t>Most operations are </a:t>
            </a:r>
            <a:r>
              <a:rPr lang="en-US" altLang="en-US" sz="2800" b="1" dirty="0"/>
              <a:t>O(N)</a:t>
            </a:r>
          </a:p>
          <a:p>
            <a:pPr lvl="1" eaLnBrk="1" hangingPunct="1"/>
            <a:r>
              <a:rPr lang="en-US" altLang="en-US" sz="2400" dirty="0"/>
              <a:t>Examine all (or on average half) of the nodes</a:t>
            </a:r>
          </a:p>
          <a:p>
            <a:pPr eaLnBrk="1" hangingPunct="1"/>
            <a:r>
              <a:rPr lang="en-US" altLang="en-US" sz="2800" dirty="0"/>
              <a:t>insert(</a:t>
            </a:r>
            <a:r>
              <a:rPr lang="en-US" altLang="en-US" sz="2800" dirty="0" err="1"/>
              <a:t>val</a:t>
            </a:r>
            <a:r>
              <a:rPr lang="en-US" altLang="en-US" sz="2800" dirty="0"/>
              <a:t>) and pop() are </a:t>
            </a:r>
            <a:r>
              <a:rPr lang="en-US" altLang="en-US" sz="2800" b="1" dirty="0"/>
              <a:t>O(1)</a:t>
            </a:r>
          </a:p>
          <a:p>
            <a:pPr marL="0" indent="0" eaLnBrk="1" hangingPunct="1">
              <a:buNone/>
            </a:pPr>
            <a:endParaRPr lang="en-US" altLang="en-US" sz="2800" dirty="0"/>
          </a:p>
        </p:txBody>
      </p:sp>
      <p:sp>
        <p:nvSpPr>
          <p:cNvPr id="2" name="Slide Number Placeholder 1"/>
          <p:cNvSpPr>
            <a:spLocks noGrp="1"/>
          </p:cNvSpPr>
          <p:nvPr>
            <p:ph type="sldNum" sz="quarter" idx="12"/>
          </p:nvPr>
        </p:nvSpPr>
        <p:spPr/>
        <p:txBody>
          <a:bodyPr/>
          <a:lstStyle/>
          <a:p>
            <a:pPr>
              <a:defRPr/>
            </a:pPr>
            <a:fld id="{9E9676BE-5AF2-4172-BD19-31A2F83EF2EB}" type="slidenum">
              <a:rPr lang="en-US" smtClean="0"/>
              <a:pPr>
                <a:defRPr/>
              </a:pPr>
              <a:t>15</a:t>
            </a:fld>
            <a:endParaRPr lang="en-US"/>
          </a:p>
        </p:txBody>
      </p:sp>
      <p:sp>
        <p:nvSpPr>
          <p:cNvPr id="5" name="Date Placeholder 4"/>
          <p:cNvSpPr>
            <a:spLocks noGrp="1"/>
          </p:cNvSpPr>
          <p:nvPr>
            <p:ph type="dt" sz="half" idx="10"/>
          </p:nvPr>
        </p:nvSpPr>
        <p:spPr/>
        <p:txBody>
          <a:bodyPr/>
          <a:lstStyle/>
          <a:p>
            <a:pPr>
              <a:defRPr/>
            </a:pPr>
            <a:fld id="{3AD27C7B-C2CE-4C69-8676-DB62FDF3B633}" type="datetime1">
              <a:rPr lang="en-US" smtClean="0"/>
              <a:t>8/2/2021</a:t>
            </a:fld>
            <a:endParaRPr lang="en-US"/>
          </a:p>
        </p:txBody>
      </p:sp>
      <p:sp>
        <p:nvSpPr>
          <p:cNvPr id="6" name="Footer Placeholder 5"/>
          <p:cNvSpPr>
            <a:spLocks noGrp="1"/>
          </p:cNvSpPr>
          <p:nvPr>
            <p:ph type="ftr" sz="quarter" idx="11"/>
          </p:nvPr>
        </p:nvSpPr>
        <p:spPr/>
        <p:txBody>
          <a:bodyPr/>
          <a:lstStyle/>
          <a:p>
            <a:pPr>
              <a:defRPr/>
            </a:pPr>
            <a:r>
              <a:rPr lang="en-US" dirty="0"/>
              <a:t>Copyright (c) John K. </a:t>
            </a:r>
            <a:r>
              <a:rPr lang="en-US" dirty="0" err="1"/>
              <a:t>Ostlund</a:t>
            </a:r>
            <a:endParaRPr lang="en-US" dirty="0"/>
          </a:p>
        </p:txBody>
      </p:sp>
    </p:spTree>
    <p:extLst>
      <p:ext uri="{BB962C8B-B14F-4D97-AF65-F5344CB8AC3E}">
        <p14:creationId xmlns:p14="http://schemas.microsoft.com/office/powerpoint/2010/main" val="1491639678"/>
      </p:ext>
    </p:extLst>
  </p:cSld>
  <p:clrMapOvr>
    <a:masterClrMapping/>
  </p:clrMapOvr>
</p:sld>
</file>

<file path=ppt/theme/theme1.xml><?xml version="1.0" encoding="utf-8"?>
<a:theme xmlns:a="http://schemas.openxmlformats.org/drawingml/2006/main" name="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Tahoma" pitchFamily="34" charset="0"/>
          </a:defRPr>
        </a:defPPr>
      </a:lstStyle>
    </a:spDef>
    <a:ln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Tahoma" pitchFamily="34" charset="0"/>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Blends</Template>
  <TotalTime>47367</TotalTime>
  <Words>2142</Words>
  <Application>Microsoft Office PowerPoint</Application>
  <PresentationFormat>On-screen Show (4:3)</PresentationFormat>
  <Paragraphs>345</Paragraphs>
  <Slides>15</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Courier New</vt:lpstr>
      <vt:lpstr>Tahoma</vt:lpstr>
      <vt:lpstr>Times New Roman</vt:lpstr>
      <vt:lpstr>Wingdings</vt:lpstr>
      <vt:lpstr>Blends</vt:lpstr>
      <vt:lpstr>MSCF Programming Prep 46-900</vt:lpstr>
      <vt:lpstr>Linked Data Structures</vt:lpstr>
      <vt:lpstr>Linked Data Structures (cont.)</vt:lpstr>
      <vt:lpstr>Linked Data Structures (cont.)</vt:lpstr>
      <vt:lpstr>A Singly Linked List of Values</vt:lpstr>
      <vt:lpstr>Singly Linked List Code: __init__()</vt:lpstr>
      <vt:lpstr>Singly Linked List Application</vt:lpstr>
      <vt:lpstr>Singly Linked List Code: insert()</vt:lpstr>
      <vt:lpstr>Singly Linked List Application (cont.)</vt:lpstr>
      <vt:lpstr>Singly Linked List Application (cont.)</vt:lpstr>
      <vt:lpstr>Singly Linked List Code: __str__()</vt:lpstr>
      <vt:lpstr>Singly Linked List Application (cont.)</vt:lpstr>
      <vt:lpstr>Singly Linked List Code: append()</vt:lpstr>
      <vt:lpstr>Singly Linked List Application (cont.)</vt:lpstr>
      <vt:lpstr>Singly Linked List Operations and Performance</vt:lpstr>
    </vt:vector>
  </TitlesOfParts>
  <Company>CMU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Object-Oriented Programming 46-691</dc:title>
  <dc:creator>The Heinz School</dc:creator>
  <cp:lastModifiedBy>John</cp:lastModifiedBy>
  <cp:revision>668</cp:revision>
  <cp:lastPrinted>2021-08-02T18:55:53Z</cp:lastPrinted>
  <dcterms:created xsi:type="dcterms:W3CDTF">2003-08-31T19:53:38Z</dcterms:created>
  <dcterms:modified xsi:type="dcterms:W3CDTF">2021-08-03T01:12:57Z</dcterms:modified>
</cp:coreProperties>
</file>